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7772400" cy="10058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2/Z4Oo5XPYUyi5fCq0l5VUdXs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3185" autoAdjust="0"/>
  </p:normalViewPr>
  <p:slideViewPr>
    <p:cSldViewPr snapToGrid="0">
      <p:cViewPr varScale="1">
        <p:scale>
          <a:sx n="44" d="100"/>
          <a:sy n="44" d="100"/>
        </p:scale>
        <p:origin x="1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p:nvPr/>
        </p:nvSpPr>
        <p:spPr>
          <a:xfrm>
            <a:off x="1219200" y="5029200"/>
            <a:ext cx="5334000" cy="14465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FDE4E0"/>
                </a:solidFill>
                <a:latin typeface="Arial"/>
                <a:ea typeface="Arial"/>
                <a:cs typeface="Arial"/>
                <a:sym typeface="Arial"/>
              </a:rPr>
              <a:t>Presenter Notes</a:t>
            </a:r>
            <a:br>
              <a:rPr lang="en-US" sz="4400" b="1" i="0" u="none" strike="noStrike" cap="none">
                <a:solidFill>
                  <a:srgbClr val="FDE4E0"/>
                </a:solidFill>
                <a:latin typeface="Arial"/>
                <a:ea typeface="Arial"/>
                <a:cs typeface="Arial"/>
                <a:sym typeface="Arial"/>
              </a:rPr>
            </a:br>
            <a:r>
              <a:rPr lang="en-US" sz="4400" b="1" i="0" u="none" strike="noStrike" cap="none">
                <a:solidFill>
                  <a:srgbClr val="FDE4E0"/>
                </a:solidFill>
                <a:latin typeface="Arial"/>
                <a:ea typeface="Arial"/>
                <a:cs typeface="Arial"/>
                <a:sym typeface="Arial"/>
              </a:rPr>
              <a:t>SEL Confidential</a:t>
            </a:r>
            <a:endParaRPr/>
          </a:p>
        </p:txBody>
      </p:sp>
      <p:sp>
        <p:nvSpPr>
          <p:cNvPr id="4" name="Google Shape;4;n"/>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100" b="0" i="0" u="none" strike="noStrike" cap="none">
                <a:solidFill>
                  <a:srgbClr val="000000"/>
                </a:solidFill>
                <a:latin typeface="Times New Roman"/>
                <a:ea typeface="Times New Roman"/>
                <a:cs typeface="Times New Roman"/>
                <a:sym typeface="Times New Roman"/>
              </a:defRPr>
            </a:lvl1pPr>
            <a:lvl2pPr marL="914400" marR="0" lvl="1" indent="-298450" algn="l" rtl="0">
              <a:spcBef>
                <a:spcPts val="0"/>
              </a:spcBef>
              <a:spcAft>
                <a:spcPts val="0"/>
              </a:spcAft>
              <a:buClr>
                <a:srgbClr val="000000"/>
              </a:buClr>
              <a:buSzPts val="1100"/>
              <a:buFont typeface="Arial"/>
              <a:buChar char="•"/>
              <a:defRPr sz="1100" b="0" i="0" u="none" strike="noStrike" cap="none">
                <a:solidFill>
                  <a:srgbClr val="000000"/>
                </a:solidFill>
                <a:latin typeface="Times New Roman"/>
                <a:ea typeface="Times New Roman"/>
                <a:cs typeface="Times New Roman"/>
                <a:sym typeface="Times New Roman"/>
              </a:defRPr>
            </a:lvl2pPr>
            <a:lvl3pPr marL="1371600" marR="0" lvl="2"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3pPr>
            <a:lvl4pPr marL="1828800" marR="0" lvl="3"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4pPr>
            <a:lvl5pPr marL="2286000" marR="0" lvl="4"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5pPr>
            <a:lvl6pPr marL="2743200" marR="0" lvl="5"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6pPr>
            <a:lvl7pPr marL="3200400" marR="0" lvl="6"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7pPr>
            <a:lvl8pPr marL="3657600" marR="0" lvl="7"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8pPr>
            <a:lvl9pPr marL="4114800" marR="0" lvl="8" indent="-298450" algn="l" rtl="0">
              <a:spcBef>
                <a:spcPts val="0"/>
              </a:spcBef>
              <a:spcAft>
                <a:spcPts val="0"/>
              </a:spcAft>
              <a:buClr>
                <a:schemeClr val="dk1"/>
              </a:buClr>
              <a:buSzPts val="1100"/>
              <a:buFont typeface="Times New Roman"/>
              <a:buChar char="–"/>
              <a:defRPr sz="11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marR="0" lvl="0" indent="0" algn="r" rtl="0">
              <a:spcBef>
                <a:spcPts val="0"/>
              </a:spcBef>
              <a:spcAft>
                <a:spcPts val="0"/>
              </a:spcAft>
              <a:buNone/>
            </a:pPr>
            <a:fld id="{00000000-1234-1234-1234-123412341234}" type="slidenum">
              <a:rPr lang="en-US" sz="1000" b="0" i="0" u="none" strike="noStrike" cap="none">
                <a:solidFill>
                  <a:srgbClr val="000000"/>
                </a:solidFill>
                <a:latin typeface="Times New Roman"/>
                <a:ea typeface="Times New Roman"/>
                <a:cs typeface="Times New Roman"/>
                <a:sym typeface="Times New Roman"/>
              </a:rPr>
              <a:t>‹#›</a:t>
            </a:fld>
            <a:endParaRPr sz="1000" b="0" i="0" u="none" strike="noStrike" cap="none">
              <a:solidFill>
                <a:srgbClr val="000000"/>
              </a:solidFill>
              <a:latin typeface="Times New Roman"/>
              <a:ea typeface="Times New Roman"/>
              <a:cs typeface="Times New Roman"/>
              <a:sym typeface="Times New Roman"/>
            </a:endParaRPr>
          </a:p>
        </p:txBody>
      </p:sp>
      <p:sp>
        <p:nvSpPr>
          <p:cNvPr id="6" name="Google Shape;6;n"/>
          <p:cNvSpPr>
            <a:spLocks noGrp="1" noRot="1" noChangeAspect="1"/>
          </p:cNvSpPr>
          <p:nvPr>
            <p:ph type="sldImg" idx="2"/>
          </p:nvPr>
        </p:nvSpPr>
        <p:spPr>
          <a:xfrm>
            <a:off x="815975" y="815975"/>
            <a:ext cx="6137275" cy="345264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pos="514">
          <p15:clr>
            <a:srgbClr val="F26B43"/>
          </p15:clr>
        </p15:guide>
        <p15:guide id="2" pos="4380">
          <p15:clr>
            <a:srgbClr val="F26B43"/>
          </p15:clr>
        </p15:guide>
        <p15:guide id="3" pos="2448">
          <p15:clr>
            <a:srgbClr val="A4A3A4"/>
          </p15:clr>
        </p15:guide>
        <p15:guide id="4" orient="horz" pos="514">
          <p15:clr>
            <a:srgbClr val="F26B43"/>
          </p15:clr>
        </p15:guide>
        <p15:guide id="5" orient="horz" pos="2688">
          <p15:clr>
            <a:srgbClr val="F26B43"/>
          </p15:clr>
        </p15:guide>
        <p15:guide id="6" orient="horz" pos="2880">
          <p15:clr>
            <a:srgbClr val="A4A3A4"/>
          </p15:clr>
        </p15:guide>
        <p15:guide id="7" pos="648">
          <p15:clr>
            <a:srgbClr val="A4A3A4"/>
          </p15:clr>
        </p15:guide>
        <p15:guide id="8" pos="4248">
          <p15:clr>
            <a:srgbClr val="A4A3A4"/>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9: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9: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457200" lvl="0" indent="-292100" algn="l" rtl="0">
              <a:lnSpc>
                <a:spcPct val="110000"/>
              </a:lnSpc>
              <a:spcBef>
                <a:spcPts val="2000"/>
              </a:spcBef>
              <a:spcAft>
                <a:spcPts val="0"/>
              </a:spcAft>
              <a:buClr>
                <a:schemeClr val="dk1"/>
              </a:buClr>
              <a:buSzPts val="1000"/>
              <a:buFont typeface="Noto Sans Symbols"/>
              <a:buChar char="▪"/>
            </a:pPr>
            <a:r>
              <a:rPr lang="en-US" sz="1000">
                <a:solidFill>
                  <a:schemeClr val="dk1"/>
                </a:solidFill>
                <a:latin typeface="Arial"/>
                <a:ea typeface="Arial"/>
                <a:cs typeface="Arial"/>
                <a:sym typeface="Arial"/>
              </a:rPr>
              <a:t>Senior design capstone project for all computer science majors.</a:t>
            </a:r>
            <a:endParaRPr sz="1000">
              <a:solidFill>
                <a:schemeClr val="dk1"/>
              </a:solidFill>
              <a:latin typeface="Arial"/>
              <a:ea typeface="Arial"/>
              <a:cs typeface="Arial"/>
              <a:sym typeface="Arial"/>
            </a:endParaRPr>
          </a:p>
          <a:p>
            <a:pPr marL="457200" lvl="0" indent="-292100" algn="l" rtl="0">
              <a:lnSpc>
                <a:spcPct val="110000"/>
              </a:lnSpc>
              <a:spcBef>
                <a:spcPts val="0"/>
              </a:spcBef>
              <a:spcAft>
                <a:spcPts val="0"/>
              </a:spcAft>
              <a:buClr>
                <a:schemeClr val="dk1"/>
              </a:buClr>
              <a:buSzPts val="1000"/>
              <a:buFont typeface="Noto Sans Symbols"/>
              <a:buChar char="▪"/>
            </a:pPr>
            <a:r>
              <a:rPr lang="en-US" sz="1000">
                <a:solidFill>
                  <a:schemeClr val="dk1"/>
                </a:solidFill>
                <a:latin typeface="Arial"/>
                <a:ea typeface="Arial"/>
                <a:cs typeface="Arial"/>
                <a:sym typeface="Arial"/>
              </a:rPr>
              <a:t>Inherited an existing project from a previous team.</a:t>
            </a:r>
            <a:endParaRPr sz="1000">
              <a:solidFill>
                <a:schemeClr val="dk1"/>
              </a:solidFill>
              <a:latin typeface="Arial"/>
              <a:ea typeface="Arial"/>
              <a:cs typeface="Arial"/>
              <a:sym typeface="Arial"/>
            </a:endParaRPr>
          </a:p>
          <a:p>
            <a:pPr marL="457200" lvl="0" indent="-292100" algn="l" rtl="0">
              <a:lnSpc>
                <a:spcPct val="110000"/>
              </a:lnSpc>
              <a:spcBef>
                <a:spcPts val="0"/>
              </a:spcBef>
              <a:spcAft>
                <a:spcPts val="0"/>
              </a:spcAft>
              <a:buClr>
                <a:schemeClr val="dk1"/>
              </a:buClr>
              <a:buSzPts val="1000"/>
              <a:buFont typeface="Noto Sans Symbols"/>
              <a:buChar char="▪"/>
            </a:pPr>
            <a:r>
              <a:rPr lang="en-US" sz="1000">
                <a:solidFill>
                  <a:schemeClr val="dk1"/>
                </a:solidFill>
                <a:latin typeface="Arial"/>
                <a:ea typeface="Arial"/>
                <a:cs typeface="Arial"/>
                <a:sym typeface="Arial"/>
              </a:rPr>
              <a:t>Application built for Milestone Decisions located in Moscow, ID.</a:t>
            </a:r>
            <a:endParaRPr sz="1000"/>
          </a:p>
        </p:txBody>
      </p:sp>
      <p:sp>
        <p:nvSpPr>
          <p:cNvPr id="290" name="Google Shape;290;p19: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5: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5: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most important stakeholder was our client, Milestone Decisions. It was our mission to create an application that is both usable and reliable. It was helpful to have a client that was clear on their needs, there was little to no margin for the “What if’s”, our client was very clear about what was in and out of scope.</a:t>
            </a:r>
            <a:br>
              <a:rPr lang="en-US"/>
            </a:br>
            <a:br>
              <a:rPr lang="en-US"/>
            </a:br>
            <a:r>
              <a:rPr lang="en-US"/>
              <a:t>Other stakeholders included WSU affiliates like our capstone instructor and the College of Engineering. It is important to the Students, instructors, and department of WSU to create a great project and uphold our university’s reputation.</a:t>
            </a:r>
            <a:endParaRPr/>
          </a:p>
        </p:txBody>
      </p:sp>
      <p:sp>
        <p:nvSpPr>
          <p:cNvPr id="299" name="Google Shape;299;p15: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0: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0: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Milestone Decisions came to WSU with the problem: They had no way of tracking and managing the items they bought for their organization. Since they are a state funded organization, they need the ability to track all expense costs for their equipment and belongings. </a:t>
            </a:r>
            <a:br>
              <a:rPr lang="en-US"/>
            </a:br>
            <a:br>
              <a:rPr lang="en-US"/>
            </a:br>
            <a:br>
              <a:rPr lang="en-US"/>
            </a:br>
            <a:r>
              <a:rPr lang="en-US"/>
              <a:t>*Add in any upfront risks that we had going into th</a:t>
            </a:r>
            <a:r>
              <a:rPr lang="en-US">
                <a:solidFill>
                  <a:schemeClr val="dk2"/>
                </a:solidFill>
              </a:rPr>
              <a:t>e project. What issues pitfalls did you know about up front that you tried to dodge?  How did that change your plan?*</a:t>
            </a:r>
            <a:br>
              <a:rPr lang="en-US">
                <a:solidFill>
                  <a:schemeClr val="dk2"/>
                </a:solidFill>
              </a:rPr>
            </a:br>
            <a:br>
              <a:rPr lang="en-US">
                <a:solidFill>
                  <a:schemeClr val="dk2"/>
                </a:solidFill>
              </a:rPr>
            </a:br>
            <a:endParaRPr>
              <a:solidFill>
                <a:schemeClr val="dk2"/>
              </a:solidFill>
            </a:endParaRPr>
          </a:p>
        </p:txBody>
      </p:sp>
      <p:sp>
        <p:nvSpPr>
          <p:cNvPr id="309" name="Google Shape;309;p10: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0: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20: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scope of this project was focused on fixing bugs in the existing code as well as implementing new features the client requested. We considered our tasks and prioritized which items needed a higher priority with variables like core functionality and usage frequency.</a:t>
            </a:r>
            <a:br>
              <a:rPr lang="en-US"/>
            </a:br>
            <a:br>
              <a:rPr lang="en-US"/>
            </a:br>
            <a:br>
              <a:rPr lang="en-US"/>
            </a:br>
            <a:r>
              <a:rPr lang="en-US"/>
              <a:t> </a:t>
            </a:r>
            <a:r>
              <a:rPr lang="en-US" sz="1200">
                <a:solidFill>
                  <a:srgbClr val="444444"/>
                </a:solidFill>
                <a:highlight>
                  <a:srgbClr val="F5F5F5"/>
                </a:highlight>
              </a:rPr>
              <a:t>From our early discussions, we came up with a short list of high priority features that the client needs. ​</a:t>
            </a:r>
            <a:br>
              <a:rPr lang="en-US" sz="1200">
                <a:solidFill>
                  <a:srgbClr val="444444"/>
                </a:solidFill>
                <a:highlight>
                  <a:srgbClr val="F5F5F5"/>
                </a:highlight>
              </a:rPr>
            </a:br>
            <a:r>
              <a:rPr lang="en-US" sz="1200">
                <a:solidFill>
                  <a:srgbClr val="444444"/>
                </a:solidFill>
                <a:highlight>
                  <a:srgbClr val="F5F5F5"/>
                </a:highlight>
              </a:rPr>
              <a:t>​</a:t>
            </a:r>
            <a:br>
              <a:rPr lang="en-US" sz="1200">
                <a:solidFill>
                  <a:srgbClr val="444444"/>
                </a:solidFill>
                <a:highlight>
                  <a:srgbClr val="F5F5F5"/>
                </a:highlight>
              </a:rPr>
            </a:br>
            <a:r>
              <a:rPr lang="en-US" sz="1200">
                <a:solidFill>
                  <a:srgbClr val="003A5D"/>
                </a:solidFill>
                <a:highlight>
                  <a:srgbClr val="F5F5F5"/>
                </a:highlight>
              </a:rPr>
              <a:t>Build upon the existing application so that Milestone Decisions can:</a:t>
            </a:r>
            <a:r>
              <a:rPr lang="en-US" sz="1200">
                <a:solidFill>
                  <a:srgbClr val="444444"/>
                </a:solidFill>
                <a:highlight>
                  <a:srgbClr val="F5F5F5"/>
                </a:highlight>
              </a:rPr>
              <a:t>​</a:t>
            </a:r>
            <a:endParaRPr sz="1200">
              <a:solidFill>
                <a:srgbClr val="444444"/>
              </a:solidFill>
              <a:highlight>
                <a:srgbClr val="F5F5F5"/>
              </a:highlight>
            </a:endParaRPr>
          </a:p>
          <a:p>
            <a:pPr marL="914400" lvl="0" indent="-285750" algn="l" rtl="0">
              <a:lnSpc>
                <a:spcPct val="115000"/>
              </a:lnSpc>
              <a:spcBef>
                <a:spcPts val="0"/>
              </a:spcBef>
              <a:spcAft>
                <a:spcPts val="0"/>
              </a:spcAft>
              <a:buClr>
                <a:srgbClr val="444444"/>
              </a:buClr>
              <a:buSzPts val="900"/>
              <a:buFont typeface="Arial"/>
              <a:buChar char="■"/>
            </a:pPr>
            <a:r>
              <a:rPr lang="en-US" sz="1200">
                <a:solidFill>
                  <a:srgbClr val="003A5D"/>
                </a:solidFill>
                <a:highlight>
                  <a:srgbClr val="F5F5F5"/>
                </a:highlight>
              </a:rPr>
              <a:t>Track different types of items</a:t>
            </a:r>
            <a:r>
              <a:rPr lang="en-US" sz="1200">
                <a:solidFill>
                  <a:srgbClr val="444444"/>
                </a:solidFill>
                <a:highlight>
                  <a:srgbClr val="F5F5F5"/>
                </a:highlight>
              </a:rPr>
              <a:t>​</a:t>
            </a:r>
            <a:endParaRPr sz="1200">
              <a:solidFill>
                <a:srgbClr val="444444"/>
              </a:solidFill>
              <a:highlight>
                <a:srgbClr val="F5F5F5"/>
              </a:highlight>
            </a:endParaRPr>
          </a:p>
          <a:p>
            <a:pPr marL="914400" lvl="0" indent="-285750" algn="l" rtl="0">
              <a:lnSpc>
                <a:spcPct val="115000"/>
              </a:lnSpc>
              <a:spcBef>
                <a:spcPts val="0"/>
              </a:spcBef>
              <a:spcAft>
                <a:spcPts val="0"/>
              </a:spcAft>
              <a:buClr>
                <a:srgbClr val="444444"/>
              </a:buClr>
              <a:buSzPts val="900"/>
              <a:buFont typeface="Arial"/>
              <a:buChar char="■"/>
            </a:pPr>
            <a:r>
              <a:rPr lang="en-US" sz="1200">
                <a:solidFill>
                  <a:srgbClr val="003A5D"/>
                </a:solidFill>
                <a:highlight>
                  <a:srgbClr val="F5F5F5"/>
                </a:highlight>
              </a:rPr>
              <a:t>Assign these items to residents and households</a:t>
            </a:r>
            <a:r>
              <a:rPr lang="en-US" sz="1200">
                <a:solidFill>
                  <a:srgbClr val="444444"/>
                </a:solidFill>
                <a:highlight>
                  <a:srgbClr val="F5F5F5"/>
                </a:highlight>
              </a:rPr>
              <a:t>​</a:t>
            </a:r>
            <a:endParaRPr sz="1200">
              <a:solidFill>
                <a:srgbClr val="444444"/>
              </a:solidFill>
              <a:highlight>
                <a:srgbClr val="F5F5F5"/>
              </a:highlight>
            </a:endParaRPr>
          </a:p>
          <a:p>
            <a:pPr marL="914400" lvl="0" indent="-285750" algn="l" rtl="0">
              <a:lnSpc>
                <a:spcPct val="115000"/>
              </a:lnSpc>
              <a:spcBef>
                <a:spcPts val="0"/>
              </a:spcBef>
              <a:spcAft>
                <a:spcPts val="0"/>
              </a:spcAft>
              <a:buClr>
                <a:srgbClr val="444444"/>
              </a:buClr>
              <a:buSzPts val="900"/>
              <a:buFont typeface="Arial"/>
              <a:buChar char="■"/>
            </a:pPr>
            <a:r>
              <a:rPr lang="en-US" sz="1200">
                <a:solidFill>
                  <a:srgbClr val="003A5D"/>
                </a:solidFill>
                <a:highlight>
                  <a:srgbClr val="F5F5F5"/>
                </a:highlight>
              </a:rPr>
              <a:t>Track the cost of items</a:t>
            </a:r>
            <a:r>
              <a:rPr lang="en-US" sz="1200">
                <a:solidFill>
                  <a:srgbClr val="444444"/>
                </a:solidFill>
                <a:highlight>
                  <a:srgbClr val="F5F5F5"/>
                </a:highlight>
              </a:rPr>
              <a:t>​</a:t>
            </a:r>
            <a:endParaRPr sz="1200">
              <a:solidFill>
                <a:srgbClr val="444444"/>
              </a:solidFill>
              <a:highlight>
                <a:srgbClr val="F5F5F5"/>
              </a:highlight>
            </a:endParaRPr>
          </a:p>
          <a:p>
            <a:pPr marL="914400" lvl="0" indent="-285750" algn="l" rtl="0">
              <a:lnSpc>
                <a:spcPct val="115000"/>
              </a:lnSpc>
              <a:spcBef>
                <a:spcPts val="0"/>
              </a:spcBef>
              <a:spcAft>
                <a:spcPts val="0"/>
              </a:spcAft>
              <a:buClr>
                <a:srgbClr val="444444"/>
              </a:buClr>
              <a:buSzPts val="900"/>
              <a:buFont typeface="Arial"/>
              <a:buChar char="■"/>
            </a:pPr>
            <a:r>
              <a:rPr lang="en-US" sz="1200">
                <a:solidFill>
                  <a:srgbClr val="003A5D"/>
                </a:solidFill>
                <a:highlight>
                  <a:srgbClr val="F5F5F5"/>
                </a:highlight>
              </a:rPr>
              <a:t>Dynamically create and remove objects as their business changes</a:t>
            </a:r>
            <a:endParaRPr sz="1200">
              <a:solidFill>
                <a:srgbClr val="003A5D"/>
              </a:solidFill>
              <a:highlight>
                <a:srgbClr val="F5F5F5"/>
              </a:highlight>
            </a:endParaRPr>
          </a:p>
          <a:p>
            <a:pPr marL="0" lvl="0" indent="0" algn="l" rtl="0">
              <a:spcBef>
                <a:spcPts val="0"/>
              </a:spcBef>
              <a:spcAft>
                <a:spcPts val="0"/>
              </a:spcAft>
              <a:buNone/>
            </a:pPr>
            <a:endParaRPr/>
          </a:p>
        </p:txBody>
      </p:sp>
      <p:sp>
        <p:nvSpPr>
          <p:cNvPr id="327" name="Google Shape;327;p20: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9: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29: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client made it very clear at the beginning of the project that they are under strict budgeting restrictions. As a state funded organization, they did not have much room in their budget to support and maintain this application, they want it to be as cost friendly as possible. Our solution to this was to continue what the previous team had used, mongoDB (non-relational database)  to store data and vercel (cloud based application) to deploy. Using these platforms allowed us to satisfy our clients budgetary needs and provides a clean handoff to other developers who may need to do maintenance work. However, it also restricts the amount of data that can be stored in the database, limiting their tracking abilities</a:t>
            </a:r>
            <a:endParaRPr/>
          </a:p>
        </p:txBody>
      </p:sp>
      <p:sp>
        <p:nvSpPr>
          <p:cNvPr id="337" name="Google Shape;337;p29: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9: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9: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Our instructor scheduled sprint deadlines throughout the two semesters of our project - the project followed an agile methodology where each sprint of the 6 lasted about 4 weeks. </a:t>
            </a:r>
            <a:endParaRPr/>
          </a:p>
        </p:txBody>
      </p:sp>
      <p:sp>
        <p:nvSpPr>
          <p:cNvPr id="345" name="Google Shape;345;p9: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4:notes"/>
          <p:cNvSpPr txBox="1">
            <a:spLocks noGrp="1"/>
          </p:cNvSpPr>
          <p:nvPr>
            <p:ph type="body" idx="1"/>
          </p:nvPr>
        </p:nvSpPr>
        <p:spPr>
          <a:xfrm>
            <a:off x="1035756" y="4572001"/>
            <a:ext cx="5700888" cy="5113019"/>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During the first sprint, we focused on defining the project vision and aligning the team on the overall scope and objectives. This included brainstorming features the client wanted to add, identifying problems the system could provide a solution to, and defining high-level system features. From this sprint, we would have a clear project concept, a list of initial features, and preliminary architecture agreements. </a:t>
            </a:r>
            <a:br>
              <a:rPr lang="en-US"/>
            </a:br>
            <a:endParaRPr/>
          </a:p>
          <a:p>
            <a:pPr marL="0" lvl="0" indent="0" algn="l" rtl="0">
              <a:spcBef>
                <a:spcPts val="0"/>
              </a:spcBef>
              <a:spcAft>
                <a:spcPts val="0"/>
              </a:spcAft>
              <a:buNone/>
            </a:pPr>
            <a:r>
              <a:rPr lang="en-US"/>
              <a:t>*Talk about how this is when we learned there was an existing project and we would be building off a previous project</a:t>
            </a:r>
            <a:endParaRPr/>
          </a:p>
          <a:p>
            <a:pPr marL="0" lvl="0" indent="0" algn="l" rtl="0">
              <a:spcBef>
                <a:spcPts val="0"/>
              </a:spcBef>
              <a:spcAft>
                <a:spcPts val="0"/>
              </a:spcAft>
              <a:buNone/>
            </a:pPr>
            <a:r>
              <a:rPr lang="en-US"/>
              <a:t>This shortened our scope by alot. We would spend more time understanding the existing project and its architecture than spending time designing one. </a:t>
            </a:r>
            <a:endParaRPr/>
          </a:p>
        </p:txBody>
      </p:sp>
      <p:sp>
        <p:nvSpPr>
          <p:cNvPr id="373" name="Google Shape;373;p14:notes"/>
          <p:cNvSpPr>
            <a:spLocks noGrp="1" noRot="1" noChangeAspect="1"/>
          </p:cNvSpPr>
          <p:nvPr>
            <p:ph type="sldImg" idx="2"/>
          </p:nvPr>
        </p:nvSpPr>
        <p:spPr>
          <a:xfrm>
            <a:off x="815975" y="815975"/>
            <a:ext cx="6137275" cy="345264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ccb472a289_0_14:notes"/>
          <p:cNvSpPr txBox="1">
            <a:spLocks noGrp="1"/>
          </p:cNvSpPr>
          <p:nvPr>
            <p:ph type="body" idx="1"/>
          </p:nvPr>
        </p:nvSpPr>
        <p:spPr>
          <a:xfrm>
            <a:off x="1035756" y="4572001"/>
            <a:ext cx="5700900" cy="5112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sprint focused on building the foundation of the system so that future interface and integration work could rely on a stable backend. This included designing the system architecture, creating backend classes and data structures, and setting up data storage. From this sprint, we would have a functional backend system, data models, and core logic.</a:t>
            </a:r>
            <a:endParaRPr/>
          </a:p>
        </p:txBody>
      </p:sp>
      <p:sp>
        <p:nvSpPr>
          <p:cNvPr id="380" name="Google Shape;380;g3ccb472a289_0_14:notes"/>
          <p:cNvSpPr>
            <a:spLocks noGrp="1" noRot="1" noChangeAspect="1"/>
          </p:cNvSpPr>
          <p:nvPr>
            <p:ph type="sldImg" idx="2"/>
          </p:nvPr>
        </p:nvSpPr>
        <p:spPr>
          <a:xfrm>
            <a:off x="815975" y="815975"/>
            <a:ext cx="6137400" cy="345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ccb472a289_0_20:notes"/>
          <p:cNvSpPr txBox="1">
            <a:spLocks noGrp="1"/>
          </p:cNvSpPr>
          <p:nvPr>
            <p:ph type="body" idx="1"/>
          </p:nvPr>
        </p:nvSpPr>
        <p:spPr>
          <a:xfrm>
            <a:off x="1035756" y="4572001"/>
            <a:ext cx="5700900" cy="5112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sprint focused on translating the backend functionality into a usable interface for end users. This included designing UI layouts, implementing forms and controls, routing GUI elements to backend logic, and improving the usability and workflow of the product. Our deliverables included a working graphical interface, functional user interactions, and an improved user experience. </a:t>
            </a:r>
            <a:endParaRPr/>
          </a:p>
        </p:txBody>
      </p:sp>
      <p:sp>
        <p:nvSpPr>
          <p:cNvPr id="388" name="Google Shape;388;g3ccb472a289_0_20:notes"/>
          <p:cNvSpPr>
            <a:spLocks noGrp="1" noRot="1" noChangeAspect="1"/>
          </p:cNvSpPr>
          <p:nvPr>
            <p:ph type="sldImg" idx="2"/>
          </p:nvPr>
        </p:nvSpPr>
        <p:spPr>
          <a:xfrm>
            <a:off x="815975" y="815975"/>
            <a:ext cx="6137400" cy="345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ccb472a289_0_26:notes"/>
          <p:cNvSpPr txBox="1">
            <a:spLocks noGrp="1"/>
          </p:cNvSpPr>
          <p:nvPr>
            <p:ph type="body" idx="1"/>
          </p:nvPr>
        </p:nvSpPr>
        <p:spPr>
          <a:xfrm>
            <a:off x="1035756" y="4572001"/>
            <a:ext cx="5700900" cy="5112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focus during this sprint was ensuring that all system components worked together seamlessly by integrating backend systems with GUI components, testing user workflows, and debugging functionality issues. Success in this sprint meant a fully integrated application, resolved integration bugs, and verified system functionality.</a:t>
            </a:r>
            <a:endParaRPr dirty="0"/>
          </a:p>
        </p:txBody>
      </p:sp>
      <p:sp>
        <p:nvSpPr>
          <p:cNvPr id="396" name="Google Shape;396;g3ccb472a289_0_26:notes"/>
          <p:cNvSpPr>
            <a:spLocks noGrp="1" noRot="1" noChangeAspect="1"/>
          </p:cNvSpPr>
          <p:nvPr>
            <p:ph type="sldImg" idx="2"/>
          </p:nvPr>
        </p:nvSpPr>
        <p:spPr>
          <a:xfrm>
            <a:off x="815975" y="815975"/>
            <a:ext cx="6137400" cy="345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cd6b17172e_0_42:notes"/>
          <p:cNvSpPr txBox="1">
            <a:spLocks noGrp="1"/>
          </p:cNvSpPr>
          <p:nvPr>
            <p:ph type="body" idx="1"/>
          </p:nvPr>
        </p:nvSpPr>
        <p:spPr>
          <a:xfrm>
            <a:off x="1035756" y="4572001"/>
            <a:ext cx="5700900" cy="5112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During this sprint, we focused on making the application accessible to users and preparing materials to help others understand how to use it. In this sprint, we deployed the application,tested the system from a user perspective, updated installation step documentation, and developed tutorials for our users. </a:t>
            </a:r>
            <a:endParaRPr/>
          </a:p>
        </p:txBody>
      </p:sp>
      <p:sp>
        <p:nvSpPr>
          <p:cNvPr id="403" name="Google Shape;403;g3cd6b17172e_0_42:notes"/>
          <p:cNvSpPr>
            <a:spLocks noGrp="1" noRot="1" noChangeAspect="1"/>
          </p:cNvSpPr>
          <p:nvPr>
            <p:ph type="sldImg" idx="2"/>
          </p:nvPr>
        </p:nvSpPr>
        <p:spPr>
          <a:xfrm>
            <a:off x="815975" y="815975"/>
            <a:ext cx="6137400" cy="345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cd6b17172e_0_48:notes"/>
          <p:cNvSpPr txBox="1">
            <a:spLocks noGrp="1"/>
          </p:cNvSpPr>
          <p:nvPr>
            <p:ph type="body" idx="1"/>
          </p:nvPr>
        </p:nvSpPr>
        <p:spPr>
          <a:xfrm>
            <a:off x="1035756" y="4572001"/>
            <a:ext cx="5700900" cy="5112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sprint will focus on consolidating out work into clear documentation and communicating the result of the project. This sprint will last from mid March to late April, and our deliverables will include out capstone presentation, documentation, and our completed submission. </a:t>
            </a:r>
            <a:endParaRPr/>
          </a:p>
        </p:txBody>
      </p:sp>
      <p:sp>
        <p:nvSpPr>
          <p:cNvPr id="410" name="Google Shape;410;g3cd6b17172e_0_48:notes"/>
          <p:cNvSpPr>
            <a:spLocks noGrp="1" noRot="1" noChangeAspect="1"/>
          </p:cNvSpPr>
          <p:nvPr>
            <p:ph type="sldImg" idx="2"/>
          </p:nvPr>
        </p:nvSpPr>
        <p:spPr>
          <a:xfrm>
            <a:off x="815975" y="815975"/>
            <a:ext cx="6137400" cy="3452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ce5b93e298_0_0:notes"/>
          <p:cNvSpPr txBox="1">
            <a:spLocks noGrp="1"/>
          </p:cNvSpPr>
          <p:nvPr>
            <p:ph type="body" idx="1"/>
          </p:nvPr>
        </p:nvSpPr>
        <p:spPr>
          <a:xfrm>
            <a:off x="1035756" y="4572001"/>
            <a:ext cx="5700900" cy="5112900"/>
          </a:xfrm>
          <a:prstGeom prst="rect">
            <a:avLst/>
          </a:prstGeom>
        </p:spPr>
        <p:txBody>
          <a:bodyPr spcFirstLastPara="1" wrap="square" lIns="91425" tIns="45700" rIns="91425" bIns="45700" anchor="t" anchorCtr="0">
            <a:noAutofit/>
          </a:bodyPr>
          <a:lstStyle/>
          <a:p>
            <a:pPr marL="0" lvl="0" indent="0" algn="l" rtl="0">
              <a:lnSpc>
                <a:spcPct val="142857"/>
              </a:lnSpc>
              <a:spcBef>
                <a:spcPts val="0"/>
              </a:spcBef>
              <a:spcAft>
                <a:spcPts val="0"/>
              </a:spcAft>
              <a:buNone/>
            </a:pPr>
            <a:r>
              <a:rPr lang="en-US" sz="1050" dirty="0">
                <a:latin typeface="Arial"/>
                <a:ea typeface="Arial"/>
                <a:cs typeface="Arial"/>
                <a:sym typeface="Arial"/>
              </a:rPr>
              <a:t>As this project is wrapping up, a few approaches proved especially effective during our project. We established weekly meetings early on to keep the students, client, and mentor aligned on expectations and deliverables. With busy student schedules, open communication was essential. Our team regularly shared conflicts, flagged issues in the code, and alerted each other when deadlines were becoming tight. When we encountered backend dependencies and roadblocks, we created a timeline for each component and updated our group chat as tasks were completed. Consistently documenting code changes in GitHub and scope adjustments in OneDrive was also extremely helpful, especially since the project spanned several months and included holidays, other coursework, and extracurricular commitments.</a:t>
            </a:r>
            <a:endParaRPr dirty="0"/>
          </a:p>
        </p:txBody>
      </p:sp>
      <p:sp>
        <p:nvSpPr>
          <p:cNvPr id="417" name="Google Shape;417;g3ce5b93e298_0_0: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ccb472a289_0_37: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g3ccb472a289_0_37:notes"/>
          <p:cNvSpPr txBox="1">
            <a:spLocks noGrp="1"/>
          </p:cNvSpPr>
          <p:nvPr>
            <p:ph type="body" idx="1"/>
          </p:nvPr>
        </p:nvSpPr>
        <p:spPr>
          <a:xfrm>
            <a:off x="1035756" y="4572001"/>
            <a:ext cx="5700900" cy="5112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dirty="0">
                <a:latin typeface="Arial"/>
                <a:ea typeface="Arial"/>
                <a:cs typeface="Arial"/>
                <a:sym typeface="Arial"/>
              </a:rPr>
              <a:t>Looking retrospectively on our project, I feel confident in our adherence to our original timeline, budget, and scope. Things ran very smooth and there were very few strains in our schedule. However, if I were to run this project again I would like to keep tabs on things like time tracking ( How much time is spent on issues) and set some long term reach goals if the work in our scope is done early. This would help us improve our estimates and planning as well as align our project features with future expansion. </a:t>
            </a:r>
            <a:br>
              <a:rPr lang="en-US" dirty="0">
                <a:latin typeface="Arial"/>
                <a:ea typeface="Arial"/>
                <a:cs typeface="Arial"/>
                <a:sym typeface="Arial"/>
              </a:rPr>
            </a:br>
            <a:br>
              <a:rPr lang="en-US" dirty="0">
                <a:latin typeface="Arial"/>
                <a:ea typeface="Arial"/>
                <a:cs typeface="Arial"/>
                <a:sym typeface="Arial"/>
              </a:rPr>
            </a:br>
            <a:br>
              <a:rPr lang="en-US" dirty="0">
                <a:latin typeface="Arial"/>
                <a:ea typeface="Arial"/>
                <a:cs typeface="Arial"/>
                <a:sym typeface="Arial"/>
              </a:rPr>
            </a:br>
            <a:r>
              <a:rPr lang="en-US" dirty="0">
                <a:latin typeface="Arial"/>
                <a:ea typeface="Arial"/>
                <a:cs typeface="Arial"/>
                <a:sym typeface="Arial"/>
              </a:rPr>
              <a:t>While the current system meets the core project objectives, there are several opportunities for long term improvement. </a:t>
            </a:r>
            <a:endParaRPr dirty="0">
              <a:latin typeface="Arial"/>
              <a:ea typeface="Arial"/>
              <a:cs typeface="Arial"/>
              <a:sym typeface="Arial"/>
            </a:endParaRPr>
          </a:p>
          <a:p>
            <a:pPr marL="0" lvl="0" indent="0" algn="l" rtl="0">
              <a:lnSpc>
                <a:spcPct val="115000"/>
              </a:lnSpc>
              <a:spcBef>
                <a:spcPts val="1200"/>
              </a:spcBef>
              <a:spcAft>
                <a:spcPts val="0"/>
              </a:spcAft>
              <a:buNone/>
            </a:pPr>
            <a:r>
              <a:rPr lang="en-US" dirty="0">
                <a:latin typeface="Arial"/>
                <a:ea typeface="Arial"/>
                <a:cs typeface="Arial"/>
                <a:sym typeface="Arial"/>
              </a:rPr>
              <a:t>One potential enhancement is the addition of cost dashboards. These would allow administrators to monitor spending in a bigger picture.</a:t>
            </a:r>
            <a:endParaRPr dirty="0">
              <a:latin typeface="Arial"/>
              <a:ea typeface="Arial"/>
              <a:cs typeface="Arial"/>
              <a:sym typeface="Arial"/>
            </a:endParaRPr>
          </a:p>
          <a:p>
            <a:pPr marL="0" lvl="0" indent="0" algn="l" rtl="0">
              <a:lnSpc>
                <a:spcPct val="115000"/>
              </a:lnSpc>
              <a:spcBef>
                <a:spcPts val="1200"/>
              </a:spcBef>
              <a:spcAft>
                <a:spcPts val="0"/>
              </a:spcAft>
              <a:buNone/>
            </a:pPr>
            <a:r>
              <a:rPr lang="en-US" dirty="0">
                <a:latin typeface="Arial"/>
                <a:ea typeface="Arial"/>
                <a:cs typeface="Arial"/>
                <a:sym typeface="Arial"/>
              </a:rPr>
              <a:t>Another improvement would be mobile integration. Expanding the platform to mobile devices would make the system more accessible and convenient for users.</a:t>
            </a:r>
            <a:endParaRPr dirty="0">
              <a:latin typeface="Arial"/>
              <a:ea typeface="Arial"/>
              <a:cs typeface="Arial"/>
              <a:sym typeface="Arial"/>
            </a:endParaRPr>
          </a:p>
          <a:p>
            <a:pPr marL="0" lvl="0" indent="0" algn="l" rtl="0">
              <a:lnSpc>
                <a:spcPct val="115000"/>
              </a:lnSpc>
              <a:spcBef>
                <a:spcPts val="1200"/>
              </a:spcBef>
              <a:spcAft>
                <a:spcPts val="1200"/>
              </a:spcAft>
              <a:buNone/>
            </a:pPr>
            <a:r>
              <a:rPr lang="en-US" dirty="0">
                <a:latin typeface="Arial"/>
                <a:ea typeface="Arial"/>
                <a:cs typeface="Arial"/>
                <a:sym typeface="Arial"/>
              </a:rPr>
              <a:t>Finally, creatively incorporating AI capabilities could add modern and intelligent features such as personalized recommendations or predictive insights.</a:t>
            </a:r>
            <a:endParaRPr dirty="0"/>
          </a:p>
        </p:txBody>
      </p:sp>
      <p:sp>
        <p:nvSpPr>
          <p:cNvPr id="452" name="Google Shape;452;g3ccb472a289_0_37:notes"/>
          <p:cNvSpPr txBox="1">
            <a:spLocks noGrp="1"/>
          </p:cNvSpPr>
          <p:nvPr>
            <p:ph type="sldNum" idx="12"/>
          </p:nvPr>
        </p:nvSpPr>
        <p:spPr>
          <a:xfrm>
            <a:off x="3012948" y="9738360"/>
            <a:ext cx="1746600" cy="32010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notes"/>
          <p:cNvSpPr>
            <a:spLocks noGrp="1" noRot="1" noChangeAspect="1"/>
          </p:cNvSpPr>
          <p:nvPr>
            <p:ph type="sldImg" idx="2"/>
          </p:nvPr>
        </p:nvSpPr>
        <p:spPr>
          <a:xfrm>
            <a:off x="815975" y="81597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p3:notes"/>
          <p:cNvSpPr txBox="1">
            <a:spLocks noGrp="1"/>
          </p:cNvSpPr>
          <p:nvPr>
            <p:ph type="body" idx="1"/>
          </p:nvPr>
        </p:nvSpPr>
        <p:spPr>
          <a:xfrm>
            <a:off x="1035756" y="4572001"/>
            <a:ext cx="5700888" cy="511301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3:notes"/>
          <p:cNvSpPr txBox="1">
            <a:spLocks noGrp="1"/>
          </p:cNvSpPr>
          <p:nvPr>
            <p:ph type="sldNum" idx="12"/>
          </p:nvPr>
        </p:nvSpPr>
        <p:spPr>
          <a:xfrm>
            <a:off x="3012948" y="9738360"/>
            <a:ext cx="1746504" cy="320040"/>
          </a:xfrm>
          <a:prstGeom prst="rect">
            <a:avLst/>
          </a:prstGeom>
          <a:noFill/>
          <a:ln>
            <a:noFill/>
          </a:ln>
        </p:spPr>
        <p:txBody>
          <a:bodyPr spcFirstLastPara="1" wrap="square" lIns="91425" tIns="45700" rIns="91425" bIns="45700" anchor="b" anchorCtr="1">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13"/>
        <p:cNvGrpSpPr/>
        <p:nvPr/>
      </p:nvGrpSpPr>
      <p:grpSpPr>
        <a:xfrm>
          <a:off x="0" y="0"/>
          <a:ext cx="0" cy="0"/>
          <a:chOff x="0" y="0"/>
          <a:chExt cx="0" cy="0"/>
        </a:xfrm>
      </p:grpSpPr>
      <p:sp>
        <p:nvSpPr>
          <p:cNvPr id="14" name="Google Shape;14;p38"/>
          <p:cNvSpPr/>
          <p:nvPr/>
        </p:nvSpPr>
        <p:spPr>
          <a:xfrm>
            <a:off x="0" y="0"/>
            <a:ext cx="12192000" cy="5486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Arial"/>
              <a:ea typeface="Arial"/>
              <a:cs typeface="Arial"/>
              <a:sym typeface="Arial"/>
            </a:endParaRPr>
          </a:p>
        </p:txBody>
      </p:sp>
      <p:sp>
        <p:nvSpPr>
          <p:cNvPr id="15" name="Google Shape;15;p38"/>
          <p:cNvSpPr txBox="1">
            <a:spLocks noGrp="1"/>
          </p:cNvSpPr>
          <p:nvPr>
            <p:ph type="subTitle" idx="1"/>
          </p:nvPr>
        </p:nvSpPr>
        <p:spPr>
          <a:xfrm>
            <a:off x="685800" y="5935175"/>
            <a:ext cx="9029700" cy="4576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00"/>
              <a:buNone/>
              <a:defRPr sz="2800" b="0">
                <a:solidFill>
                  <a:schemeClr val="dk1"/>
                </a:solidFill>
              </a:defRPr>
            </a:lvl1pPr>
            <a:lvl2pPr lvl="1" algn="l">
              <a:lnSpc>
                <a:spcPct val="100000"/>
              </a:lnSpc>
              <a:spcBef>
                <a:spcPts val="0"/>
              </a:spcBef>
              <a:spcAft>
                <a:spcPts val="0"/>
              </a:spcAft>
              <a:buSzPts val="1800"/>
              <a:buNone/>
              <a:defRPr sz="2000">
                <a:solidFill>
                  <a:schemeClr val="dk1"/>
                </a:solidFill>
              </a:defRPr>
            </a:lvl2pPr>
            <a:lvl3pPr lvl="2" algn="l">
              <a:lnSpc>
                <a:spcPct val="100000"/>
              </a:lnSpc>
              <a:spcBef>
                <a:spcPts val="0"/>
              </a:spcBef>
              <a:spcAft>
                <a:spcPts val="0"/>
              </a:spcAft>
              <a:buSzPts val="1800"/>
              <a:buNone/>
              <a:defRPr sz="2000">
                <a:solidFill>
                  <a:schemeClr val="dk1"/>
                </a:solidFill>
              </a:defRPr>
            </a:lvl3pPr>
            <a:lvl4pPr lvl="3" algn="l">
              <a:lnSpc>
                <a:spcPct val="100000"/>
              </a:lnSpc>
              <a:spcBef>
                <a:spcPts val="0"/>
              </a:spcBef>
              <a:spcAft>
                <a:spcPts val="0"/>
              </a:spcAft>
              <a:buSzPts val="1800"/>
              <a:buNone/>
              <a:defRPr sz="2000">
                <a:solidFill>
                  <a:schemeClr val="dk1"/>
                </a:solidFill>
              </a:defRPr>
            </a:lvl4pPr>
            <a:lvl5pPr lvl="4" algn="l">
              <a:lnSpc>
                <a:spcPct val="100000"/>
              </a:lnSpc>
              <a:spcBef>
                <a:spcPts val="0"/>
              </a:spcBef>
              <a:spcAft>
                <a:spcPts val="0"/>
              </a:spcAft>
              <a:buSzPts val="1800"/>
              <a:buNone/>
              <a:defRPr sz="2000">
                <a:solidFill>
                  <a:schemeClr val="dk1"/>
                </a:solidFill>
              </a:defRPr>
            </a:lvl5pPr>
            <a:lvl6pPr lvl="5" algn="l">
              <a:lnSpc>
                <a:spcPct val="100000"/>
              </a:lnSpc>
              <a:spcBef>
                <a:spcPts val="0"/>
              </a:spcBef>
              <a:spcAft>
                <a:spcPts val="0"/>
              </a:spcAft>
              <a:buSzPts val="1800"/>
              <a:buNone/>
              <a:defRPr sz="2000">
                <a:solidFill>
                  <a:schemeClr val="dk1"/>
                </a:solidFill>
              </a:defRPr>
            </a:lvl6pPr>
            <a:lvl7pPr lvl="6" algn="l">
              <a:lnSpc>
                <a:spcPct val="100000"/>
              </a:lnSpc>
              <a:spcBef>
                <a:spcPts val="0"/>
              </a:spcBef>
              <a:spcAft>
                <a:spcPts val="0"/>
              </a:spcAft>
              <a:buSzPts val="1800"/>
              <a:buNone/>
              <a:defRPr sz="2000">
                <a:solidFill>
                  <a:schemeClr val="dk1"/>
                </a:solidFill>
              </a:defRPr>
            </a:lvl7pPr>
            <a:lvl8pPr lvl="7" algn="l">
              <a:lnSpc>
                <a:spcPct val="100000"/>
              </a:lnSpc>
              <a:spcBef>
                <a:spcPts val="0"/>
              </a:spcBef>
              <a:spcAft>
                <a:spcPts val="0"/>
              </a:spcAft>
              <a:buSzPts val="1800"/>
              <a:buNone/>
              <a:defRPr sz="2000">
                <a:solidFill>
                  <a:schemeClr val="dk1"/>
                </a:solidFill>
              </a:defRPr>
            </a:lvl8pPr>
            <a:lvl9pPr lvl="8" algn="l">
              <a:lnSpc>
                <a:spcPct val="100000"/>
              </a:lnSpc>
              <a:spcBef>
                <a:spcPts val="0"/>
              </a:spcBef>
              <a:spcAft>
                <a:spcPts val="0"/>
              </a:spcAft>
              <a:buSzPts val="1800"/>
              <a:buNone/>
              <a:defRPr sz="2000">
                <a:solidFill>
                  <a:schemeClr val="dk1"/>
                </a:solidFill>
              </a:defRPr>
            </a:lvl9pPr>
          </a:lstStyle>
          <a:p>
            <a:endParaRPr/>
          </a:p>
        </p:txBody>
      </p:sp>
      <p:sp>
        <p:nvSpPr>
          <p:cNvPr id="16" name="Google Shape;16;p38"/>
          <p:cNvSpPr txBox="1">
            <a:spLocks noGrp="1"/>
          </p:cNvSpPr>
          <p:nvPr>
            <p:ph type="ctrTitle"/>
          </p:nvPr>
        </p:nvSpPr>
        <p:spPr>
          <a:xfrm>
            <a:off x="685800" y="685801"/>
            <a:ext cx="9029698" cy="3216244"/>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p:nvPr/>
        </p:nvSpPr>
        <p:spPr>
          <a:xfrm>
            <a:off x="10698611" y="6281688"/>
            <a:ext cx="1089871"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chemeClr val="dk1"/>
              </a:buClr>
              <a:buSzPts val="900"/>
              <a:buFont typeface="Arial"/>
              <a:buNone/>
            </a:pPr>
            <a:r>
              <a:rPr lang="en-US" sz="900" b="0" i="0" u="none" strike="noStrike" cap="none">
                <a:solidFill>
                  <a:schemeClr val="dk1"/>
                </a:solidFill>
                <a:latin typeface="Arial"/>
                <a:ea typeface="Arial"/>
                <a:cs typeface="Arial"/>
                <a:sym typeface="Arial"/>
              </a:rPr>
              <a:t>© 2026 SEL</a:t>
            </a:r>
            <a:endParaRPr/>
          </a:p>
        </p:txBody>
      </p:sp>
      <p:pic>
        <p:nvPicPr>
          <p:cNvPr id="18" name="Google Shape;18;p38"/>
          <p:cNvPicPr preferRelativeResize="0"/>
          <p:nvPr/>
        </p:nvPicPr>
        <p:blipFill rotWithShape="1">
          <a:blip r:embed="rId2">
            <a:alphaModFix/>
          </a:blip>
          <a:srcRect/>
          <a:stretch/>
        </p:blipFill>
        <p:spPr>
          <a:xfrm>
            <a:off x="696913" y="4291013"/>
            <a:ext cx="902286" cy="51820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0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solidFill>
          <a:schemeClr val="lt1"/>
        </a:solidFill>
        <a:effectLst/>
      </p:bgPr>
    </p:bg>
    <p:spTree>
      <p:nvGrpSpPr>
        <p:cNvPr id="1" name="Shape 19"/>
        <p:cNvGrpSpPr/>
        <p:nvPr/>
      </p:nvGrpSpPr>
      <p:grpSpPr>
        <a:xfrm>
          <a:off x="0" y="0"/>
          <a:ext cx="0" cy="0"/>
          <a:chOff x="0" y="0"/>
          <a:chExt cx="0" cy="0"/>
        </a:xfrm>
      </p:grpSpPr>
      <p:sp>
        <p:nvSpPr>
          <p:cNvPr id="20" name="Google Shape;20;p39"/>
          <p:cNvSpPr>
            <a:spLocks noGrp="1"/>
          </p:cNvSpPr>
          <p:nvPr>
            <p:ph type="pic" idx="2"/>
          </p:nvPr>
        </p:nvSpPr>
        <p:spPr>
          <a:xfrm>
            <a:off x="7305675" y="0"/>
            <a:ext cx="4886325" cy="6858000"/>
          </a:xfrm>
          <a:prstGeom prst="rect">
            <a:avLst/>
          </a:prstGeom>
          <a:solidFill>
            <a:srgbClr val="C3D1DD"/>
          </a:solidFill>
          <a:ln>
            <a:noFill/>
          </a:ln>
        </p:spPr>
      </p:sp>
      <p:sp>
        <p:nvSpPr>
          <p:cNvPr id="21" name="Google Shape;21;p39"/>
          <p:cNvSpPr txBox="1">
            <a:spLocks noGrp="1"/>
          </p:cNvSpPr>
          <p:nvPr>
            <p:ph type="body" idx="1"/>
          </p:nvPr>
        </p:nvSpPr>
        <p:spPr>
          <a:xfrm>
            <a:off x="685799" y="1633491"/>
            <a:ext cx="6019799"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Font typeface="Noto Sans Symbols"/>
              <a:buChar char="▪"/>
              <a:defRPr sz="2800" b="0">
                <a:solidFill>
                  <a:schemeClr val="dk1"/>
                </a:solidFill>
              </a:defRPr>
            </a:lvl1pPr>
            <a:lvl2pPr marL="914400" lvl="1" indent="-365760" algn="l">
              <a:lnSpc>
                <a:spcPct val="110000"/>
              </a:lnSpc>
              <a:spcBef>
                <a:spcPts val="2000"/>
              </a:spcBef>
              <a:spcAft>
                <a:spcPts val="0"/>
              </a:spcAft>
              <a:buSzPts val="2160"/>
              <a:buFont typeface="Arial"/>
              <a:buChar char="–"/>
              <a:defRPr sz="2400"/>
            </a:lvl2pPr>
            <a:lvl3pPr marL="1371600" lvl="2" indent="-365760" algn="l">
              <a:lnSpc>
                <a:spcPct val="110000"/>
              </a:lnSpc>
              <a:spcBef>
                <a:spcPts val="2000"/>
              </a:spcBef>
              <a:spcAft>
                <a:spcPts val="0"/>
              </a:spcAft>
              <a:buSzPts val="2160"/>
              <a:buFont typeface="Arial"/>
              <a:buChar char="–"/>
              <a:defRPr sz="2400"/>
            </a:lvl3pPr>
            <a:lvl4pPr marL="1828800" lvl="3" indent="-365760" algn="l">
              <a:lnSpc>
                <a:spcPct val="110000"/>
              </a:lnSpc>
              <a:spcBef>
                <a:spcPts val="2000"/>
              </a:spcBef>
              <a:spcAft>
                <a:spcPts val="0"/>
              </a:spcAft>
              <a:buSzPts val="2160"/>
              <a:buFont typeface="Arial"/>
              <a:buChar char="–"/>
              <a:defRPr sz="2400"/>
            </a:lvl4pPr>
            <a:lvl5pPr marL="2286000" lvl="4" indent="-365760" algn="l">
              <a:lnSpc>
                <a:spcPct val="110000"/>
              </a:lnSpc>
              <a:spcBef>
                <a:spcPts val="2000"/>
              </a:spcBef>
              <a:spcAft>
                <a:spcPts val="0"/>
              </a:spcAft>
              <a:buSzPts val="2160"/>
              <a:buFont typeface="Arial"/>
              <a:buChar char="–"/>
              <a:defRPr sz="2400"/>
            </a:lvl5pPr>
            <a:lvl6pPr marL="2743200" lvl="5" indent="-365760" algn="l">
              <a:lnSpc>
                <a:spcPct val="110000"/>
              </a:lnSpc>
              <a:spcBef>
                <a:spcPts val="2000"/>
              </a:spcBef>
              <a:spcAft>
                <a:spcPts val="0"/>
              </a:spcAft>
              <a:buSzPts val="2160"/>
              <a:buFont typeface="Arial"/>
              <a:buChar char="–"/>
              <a:defRPr sz="2400"/>
            </a:lvl6pPr>
            <a:lvl7pPr marL="3200400" lvl="6" indent="-365760" algn="l">
              <a:lnSpc>
                <a:spcPct val="110000"/>
              </a:lnSpc>
              <a:spcBef>
                <a:spcPts val="2000"/>
              </a:spcBef>
              <a:spcAft>
                <a:spcPts val="0"/>
              </a:spcAft>
              <a:buSzPts val="2160"/>
              <a:buFont typeface="Arial"/>
              <a:buChar char="–"/>
              <a:defRPr sz="2400"/>
            </a:lvl7pPr>
            <a:lvl8pPr marL="3657600" lvl="7" indent="-365759" algn="l">
              <a:lnSpc>
                <a:spcPct val="110000"/>
              </a:lnSpc>
              <a:spcBef>
                <a:spcPts val="2000"/>
              </a:spcBef>
              <a:spcAft>
                <a:spcPts val="0"/>
              </a:spcAft>
              <a:buSzPts val="2160"/>
              <a:buFont typeface="Arial"/>
              <a:buChar char="–"/>
              <a:defRPr sz="2400"/>
            </a:lvl8pPr>
            <a:lvl9pPr marL="4114800" lvl="8" indent="-365759" algn="l">
              <a:lnSpc>
                <a:spcPct val="110000"/>
              </a:lnSpc>
              <a:spcBef>
                <a:spcPts val="1800"/>
              </a:spcBef>
              <a:spcAft>
                <a:spcPts val="1800"/>
              </a:spcAft>
              <a:buSzPts val="2160"/>
              <a:buFont typeface="Arial"/>
              <a:buChar char="–"/>
              <a:defRPr sz="2400"/>
            </a:lvl9pPr>
          </a:lstStyle>
          <a:p>
            <a:endParaRPr/>
          </a:p>
        </p:txBody>
      </p:sp>
      <p:sp>
        <p:nvSpPr>
          <p:cNvPr id="22" name="Google Shape;22;p39"/>
          <p:cNvSpPr txBox="1">
            <a:spLocks noGrp="1"/>
          </p:cNvSpPr>
          <p:nvPr>
            <p:ph type="title"/>
          </p:nvPr>
        </p:nvSpPr>
        <p:spPr>
          <a:xfrm>
            <a:off x="685801" y="621438"/>
            <a:ext cx="6019799"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ank You (Picture)">
  <p:cSld name="Thank You (Picture)">
    <p:spTree>
      <p:nvGrpSpPr>
        <p:cNvPr id="1" name="Shape 23"/>
        <p:cNvGrpSpPr/>
        <p:nvPr/>
      </p:nvGrpSpPr>
      <p:grpSpPr>
        <a:xfrm>
          <a:off x="0" y="0"/>
          <a:ext cx="0" cy="0"/>
          <a:chOff x="0" y="0"/>
          <a:chExt cx="0" cy="0"/>
        </a:xfrm>
      </p:grpSpPr>
      <p:sp>
        <p:nvSpPr>
          <p:cNvPr id="24" name="Google Shape;24;p40"/>
          <p:cNvSpPr>
            <a:spLocks noGrp="1"/>
          </p:cNvSpPr>
          <p:nvPr>
            <p:ph type="pic" idx="2"/>
          </p:nvPr>
        </p:nvSpPr>
        <p:spPr>
          <a:xfrm>
            <a:off x="4287838" y="685800"/>
            <a:ext cx="7904161" cy="5486400"/>
          </a:xfrm>
          <a:prstGeom prst="rect">
            <a:avLst/>
          </a:prstGeom>
          <a:solidFill>
            <a:srgbClr val="C3D1DD"/>
          </a:solidFill>
          <a:ln>
            <a:noFill/>
          </a:ln>
        </p:spPr>
      </p:sp>
      <p:pic>
        <p:nvPicPr>
          <p:cNvPr id="25" name="Google Shape;25;p40"/>
          <p:cNvPicPr preferRelativeResize="0"/>
          <p:nvPr/>
        </p:nvPicPr>
        <p:blipFill rotWithShape="1">
          <a:blip r:embed="rId2">
            <a:alphaModFix/>
          </a:blip>
          <a:srcRect l="5118" r="5556"/>
          <a:stretch/>
        </p:blipFill>
        <p:spPr>
          <a:xfrm>
            <a:off x="685800" y="5624773"/>
            <a:ext cx="2415737" cy="579511"/>
          </a:xfrm>
          <a:prstGeom prst="rect">
            <a:avLst/>
          </a:prstGeom>
          <a:noFill/>
          <a:ln>
            <a:noFill/>
          </a:ln>
        </p:spPr>
      </p:pic>
      <p:sp>
        <p:nvSpPr>
          <p:cNvPr id="26" name="Google Shape;26;p40"/>
          <p:cNvSpPr txBox="1"/>
          <p:nvPr/>
        </p:nvSpPr>
        <p:spPr>
          <a:xfrm>
            <a:off x="685800" y="2875548"/>
            <a:ext cx="3009900" cy="782053"/>
          </a:xfrm>
          <a:prstGeom prst="rect">
            <a:avLst/>
          </a:prstGeom>
          <a:noFill/>
          <a:ln>
            <a:noFill/>
          </a:ln>
        </p:spPr>
        <p:txBody>
          <a:bodyPr spcFirstLastPara="1" wrap="square" lIns="0" tIns="0" rIns="45700" bIns="45700" anchor="t" anchorCtr="0">
            <a:noAutofit/>
          </a:bodyPr>
          <a:lstStyle/>
          <a:p>
            <a:pPr marL="0" marR="0" lvl="0" indent="0" algn="l" rtl="0">
              <a:lnSpc>
                <a:spcPct val="110000"/>
              </a:lnSpc>
              <a:spcBef>
                <a:spcPts val="0"/>
              </a:spcBef>
              <a:spcAft>
                <a:spcPts val="0"/>
              </a:spcAft>
              <a:buNone/>
            </a:pPr>
            <a:r>
              <a:rPr lang="en-US" sz="4400" b="1" i="0" u="none" strike="noStrike" cap="none">
                <a:solidFill>
                  <a:schemeClr val="dk1"/>
                </a:solidFill>
                <a:latin typeface="Arial"/>
                <a:ea typeface="Arial"/>
                <a:cs typeface="Arial"/>
                <a:sym typeface="Arial"/>
              </a:rPr>
              <a:t>Thank you</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2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28"/>
        <p:cNvGrpSpPr/>
        <p:nvPr/>
      </p:nvGrpSpPr>
      <p:grpSpPr>
        <a:xfrm>
          <a:off x="0" y="0"/>
          <a:ext cx="0" cy="0"/>
          <a:chOff x="0" y="0"/>
          <a:chExt cx="0" cy="0"/>
        </a:xfrm>
      </p:grpSpPr>
      <p:sp>
        <p:nvSpPr>
          <p:cNvPr id="29" name="Google Shape;29;p42"/>
          <p:cNvSpPr/>
          <p:nvPr/>
        </p:nvSpPr>
        <p:spPr>
          <a:xfrm>
            <a:off x="0" y="0"/>
            <a:ext cx="12192000" cy="5486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Arial"/>
              <a:ea typeface="Arial"/>
              <a:cs typeface="Arial"/>
              <a:sym typeface="Arial"/>
            </a:endParaRPr>
          </a:p>
        </p:txBody>
      </p:sp>
      <p:sp>
        <p:nvSpPr>
          <p:cNvPr id="30" name="Google Shape;30;p42"/>
          <p:cNvSpPr txBox="1">
            <a:spLocks noGrp="1"/>
          </p:cNvSpPr>
          <p:nvPr>
            <p:ph type="title"/>
          </p:nvPr>
        </p:nvSpPr>
        <p:spPr>
          <a:xfrm>
            <a:off x="685800" y="685800"/>
            <a:ext cx="9029698" cy="2632761"/>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2"/>
          <p:cNvSpPr txBox="1">
            <a:spLocks noGrp="1"/>
          </p:cNvSpPr>
          <p:nvPr>
            <p:ph type="body" idx="1"/>
          </p:nvPr>
        </p:nvSpPr>
        <p:spPr>
          <a:xfrm>
            <a:off x="685800" y="3471462"/>
            <a:ext cx="9029698" cy="64333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Font typeface="Arial"/>
              <a:buNone/>
              <a:defRPr sz="2400" cap="none">
                <a:solidFill>
                  <a:schemeClr val="lt1"/>
                </a:solidFill>
              </a:defRPr>
            </a:lvl1pPr>
            <a:lvl2pPr marL="914400" lvl="1" indent="-228600" algn="l">
              <a:lnSpc>
                <a:spcPct val="100000"/>
              </a:lnSpc>
              <a:spcBef>
                <a:spcPts val="0"/>
              </a:spcBef>
              <a:spcAft>
                <a:spcPts val="0"/>
              </a:spcAft>
              <a:buSzPts val="1980"/>
              <a:buFont typeface="Arial"/>
              <a:buNone/>
              <a:defRPr sz="2200">
                <a:solidFill>
                  <a:schemeClr val="lt1"/>
                </a:solidFill>
              </a:defRPr>
            </a:lvl2pPr>
            <a:lvl3pPr marL="1371600" lvl="2" indent="-228600" algn="l">
              <a:lnSpc>
                <a:spcPct val="100000"/>
              </a:lnSpc>
              <a:spcBef>
                <a:spcPts val="0"/>
              </a:spcBef>
              <a:spcAft>
                <a:spcPts val="0"/>
              </a:spcAft>
              <a:buSzPts val="1980"/>
              <a:buFont typeface="Arial"/>
              <a:buNone/>
              <a:defRPr sz="2200">
                <a:solidFill>
                  <a:schemeClr val="lt1"/>
                </a:solidFill>
              </a:defRPr>
            </a:lvl3pPr>
            <a:lvl4pPr marL="1828800" lvl="3" indent="-228600" algn="l">
              <a:lnSpc>
                <a:spcPct val="100000"/>
              </a:lnSpc>
              <a:spcBef>
                <a:spcPts val="0"/>
              </a:spcBef>
              <a:spcAft>
                <a:spcPts val="0"/>
              </a:spcAft>
              <a:buSzPts val="1980"/>
              <a:buFont typeface="Arial"/>
              <a:buNone/>
              <a:defRPr sz="2200">
                <a:solidFill>
                  <a:schemeClr val="lt1"/>
                </a:solidFill>
              </a:defRPr>
            </a:lvl4pPr>
            <a:lvl5pPr marL="2286000" lvl="4" indent="-228600" algn="l">
              <a:lnSpc>
                <a:spcPct val="100000"/>
              </a:lnSpc>
              <a:spcBef>
                <a:spcPts val="0"/>
              </a:spcBef>
              <a:spcAft>
                <a:spcPts val="0"/>
              </a:spcAft>
              <a:buSzPts val="1980"/>
              <a:buFont typeface="Arial"/>
              <a:buNone/>
              <a:defRPr sz="2200">
                <a:solidFill>
                  <a:schemeClr val="lt1"/>
                </a:solidFill>
              </a:defRPr>
            </a:lvl5pPr>
            <a:lvl6pPr marL="2743200" lvl="5" indent="-228600" algn="l">
              <a:lnSpc>
                <a:spcPct val="100000"/>
              </a:lnSpc>
              <a:spcBef>
                <a:spcPts val="0"/>
              </a:spcBef>
              <a:spcAft>
                <a:spcPts val="0"/>
              </a:spcAft>
              <a:buSzPts val="1980"/>
              <a:buFont typeface="Arial"/>
              <a:buNone/>
              <a:defRPr sz="2200">
                <a:solidFill>
                  <a:schemeClr val="lt1"/>
                </a:solidFill>
              </a:defRPr>
            </a:lvl6pPr>
            <a:lvl7pPr marL="3200400" lvl="6" indent="-228600" algn="l">
              <a:lnSpc>
                <a:spcPct val="100000"/>
              </a:lnSpc>
              <a:spcBef>
                <a:spcPts val="0"/>
              </a:spcBef>
              <a:spcAft>
                <a:spcPts val="0"/>
              </a:spcAft>
              <a:buSzPts val="1980"/>
              <a:buFont typeface="Arial"/>
              <a:buNone/>
              <a:defRPr sz="2200">
                <a:solidFill>
                  <a:schemeClr val="lt1"/>
                </a:solidFill>
              </a:defRPr>
            </a:lvl7pPr>
            <a:lvl8pPr marL="3657600" lvl="7" indent="-228600" algn="l">
              <a:lnSpc>
                <a:spcPct val="100000"/>
              </a:lnSpc>
              <a:spcBef>
                <a:spcPts val="0"/>
              </a:spcBef>
              <a:spcAft>
                <a:spcPts val="0"/>
              </a:spcAft>
              <a:buSzPts val="1980"/>
              <a:buFont typeface="Arial"/>
              <a:buNone/>
              <a:defRPr sz="2200">
                <a:solidFill>
                  <a:schemeClr val="lt1"/>
                </a:solidFill>
              </a:defRPr>
            </a:lvl8pPr>
            <a:lvl9pPr marL="4114800" lvl="8" indent="-228600" algn="l">
              <a:lnSpc>
                <a:spcPct val="100000"/>
              </a:lnSpc>
              <a:spcBef>
                <a:spcPts val="0"/>
              </a:spcBef>
              <a:spcAft>
                <a:spcPts val="0"/>
              </a:spcAft>
              <a:buSzPts val="1980"/>
              <a:buFont typeface="Arial"/>
              <a:buNone/>
              <a:defRPr sz="2200">
                <a:solidFill>
                  <a:schemeClr val="lt1"/>
                </a:solidFill>
              </a:defRPr>
            </a:lvl9pPr>
          </a:lstStyle>
          <a:p>
            <a:endParaRPr/>
          </a:p>
        </p:txBody>
      </p:sp>
      <p:sp>
        <p:nvSpPr>
          <p:cNvPr id="32" name="Google Shape;32;p42"/>
          <p:cNvSpPr txBox="1">
            <a:spLocks noGrp="1"/>
          </p:cNvSpPr>
          <p:nvPr>
            <p:ph type="body" idx="2"/>
          </p:nvPr>
        </p:nvSpPr>
        <p:spPr>
          <a:xfrm>
            <a:off x="685800" y="5935175"/>
            <a:ext cx="9029700" cy="45768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100"/>
              <a:buFont typeface="Arial"/>
              <a:buNone/>
              <a:defRPr sz="2800"/>
            </a:lvl1pPr>
            <a:lvl2pPr marL="914400" lvl="1" indent="-228600" algn="l">
              <a:lnSpc>
                <a:spcPct val="100000"/>
              </a:lnSpc>
              <a:spcBef>
                <a:spcPts val="0"/>
              </a:spcBef>
              <a:spcAft>
                <a:spcPts val="0"/>
              </a:spcAft>
              <a:buSzPts val="1800"/>
              <a:buFont typeface="Arial"/>
              <a:buNone/>
              <a:defRPr sz="2000"/>
            </a:lvl2pPr>
            <a:lvl3pPr marL="1371600" lvl="2" indent="-228600" algn="l">
              <a:lnSpc>
                <a:spcPct val="100000"/>
              </a:lnSpc>
              <a:spcBef>
                <a:spcPts val="0"/>
              </a:spcBef>
              <a:spcAft>
                <a:spcPts val="0"/>
              </a:spcAft>
              <a:buSzPts val="1800"/>
              <a:buFont typeface="Arial"/>
              <a:buNone/>
              <a:defRPr sz="2000"/>
            </a:lvl3pPr>
            <a:lvl4pPr marL="1828800" lvl="3" indent="-228600" algn="l">
              <a:lnSpc>
                <a:spcPct val="100000"/>
              </a:lnSpc>
              <a:spcBef>
                <a:spcPts val="0"/>
              </a:spcBef>
              <a:spcAft>
                <a:spcPts val="0"/>
              </a:spcAft>
              <a:buSzPts val="1800"/>
              <a:buFont typeface="Arial"/>
              <a:buNone/>
              <a:defRPr sz="2000"/>
            </a:lvl4pPr>
            <a:lvl5pPr marL="2286000" lvl="4" indent="-228600" algn="l">
              <a:lnSpc>
                <a:spcPct val="100000"/>
              </a:lnSpc>
              <a:spcBef>
                <a:spcPts val="0"/>
              </a:spcBef>
              <a:spcAft>
                <a:spcPts val="0"/>
              </a:spcAft>
              <a:buSzPts val="1800"/>
              <a:buFont typeface="Arial"/>
              <a:buNone/>
              <a:defRPr sz="2000"/>
            </a:lvl5pPr>
            <a:lvl6pPr marL="2743200" lvl="5" indent="-228600" algn="l">
              <a:lnSpc>
                <a:spcPct val="100000"/>
              </a:lnSpc>
              <a:spcBef>
                <a:spcPts val="0"/>
              </a:spcBef>
              <a:spcAft>
                <a:spcPts val="0"/>
              </a:spcAft>
              <a:buSzPts val="1800"/>
              <a:buFont typeface="Arial"/>
              <a:buNone/>
              <a:defRPr sz="2000"/>
            </a:lvl6pPr>
            <a:lvl7pPr marL="3200400" lvl="6" indent="-228600" algn="l">
              <a:lnSpc>
                <a:spcPct val="100000"/>
              </a:lnSpc>
              <a:spcBef>
                <a:spcPts val="0"/>
              </a:spcBef>
              <a:spcAft>
                <a:spcPts val="0"/>
              </a:spcAft>
              <a:buSzPts val="1800"/>
              <a:buFont typeface="Arial"/>
              <a:buNone/>
              <a:defRPr sz="2000"/>
            </a:lvl7pPr>
            <a:lvl8pPr marL="3657600" lvl="7" indent="-228600" algn="l">
              <a:lnSpc>
                <a:spcPct val="100000"/>
              </a:lnSpc>
              <a:spcBef>
                <a:spcPts val="0"/>
              </a:spcBef>
              <a:spcAft>
                <a:spcPts val="0"/>
              </a:spcAft>
              <a:buSzPts val="1800"/>
              <a:buFont typeface="Arial"/>
              <a:buNone/>
              <a:defRPr sz="2000"/>
            </a:lvl8pPr>
            <a:lvl9pPr marL="4114800" lvl="8" indent="-228600" algn="l">
              <a:lnSpc>
                <a:spcPct val="100000"/>
              </a:lnSpc>
              <a:spcBef>
                <a:spcPts val="0"/>
              </a:spcBef>
              <a:spcAft>
                <a:spcPts val="0"/>
              </a:spcAft>
              <a:buSzPts val="1800"/>
              <a:buFont typeface="Arial"/>
              <a:buNone/>
              <a:defRPr sz="2000"/>
            </a:lvl9pPr>
          </a:lstStyle>
          <a:p>
            <a:endParaRPr/>
          </a:p>
        </p:txBody>
      </p:sp>
      <p:sp>
        <p:nvSpPr>
          <p:cNvPr id="33" name="Google Shape;33;p42"/>
          <p:cNvSpPr txBox="1"/>
          <p:nvPr/>
        </p:nvSpPr>
        <p:spPr>
          <a:xfrm>
            <a:off x="10698611" y="6281688"/>
            <a:ext cx="1089871"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chemeClr val="dk1"/>
              </a:buClr>
              <a:buSzPts val="900"/>
              <a:buFont typeface="Arial"/>
              <a:buNone/>
            </a:pPr>
            <a:r>
              <a:rPr lang="en-US" sz="900" b="0" i="0" u="none" strike="noStrike" cap="none">
                <a:solidFill>
                  <a:schemeClr val="dk1"/>
                </a:solidFill>
                <a:latin typeface="Arial"/>
                <a:ea typeface="Arial"/>
                <a:cs typeface="Arial"/>
                <a:sym typeface="Arial"/>
              </a:rPr>
              <a:t>© 2026 SEL</a:t>
            </a:r>
            <a:endParaRPr/>
          </a:p>
        </p:txBody>
      </p:sp>
      <p:pic>
        <p:nvPicPr>
          <p:cNvPr id="34" name="Google Shape;34;p42"/>
          <p:cNvPicPr preferRelativeResize="0"/>
          <p:nvPr/>
        </p:nvPicPr>
        <p:blipFill rotWithShape="1">
          <a:blip r:embed="rId2">
            <a:alphaModFix/>
          </a:blip>
          <a:srcRect/>
          <a:stretch/>
        </p:blipFill>
        <p:spPr>
          <a:xfrm>
            <a:off x="696913" y="4291013"/>
            <a:ext cx="902286" cy="51820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03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Multiple A)">
  <p:cSld name="Title Slide (Multiple A)">
    <p:spTree>
      <p:nvGrpSpPr>
        <p:cNvPr id="1" name="Shape 35"/>
        <p:cNvGrpSpPr/>
        <p:nvPr/>
      </p:nvGrpSpPr>
      <p:grpSpPr>
        <a:xfrm>
          <a:off x="0" y="0"/>
          <a:ext cx="0" cy="0"/>
          <a:chOff x="0" y="0"/>
          <a:chExt cx="0" cy="0"/>
        </a:xfrm>
      </p:grpSpPr>
      <p:sp>
        <p:nvSpPr>
          <p:cNvPr id="36" name="Google Shape;36;p43"/>
          <p:cNvSpPr/>
          <p:nvPr/>
        </p:nvSpPr>
        <p:spPr>
          <a:xfrm>
            <a:off x="0" y="0"/>
            <a:ext cx="12192000" cy="445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Arial"/>
              <a:ea typeface="Arial"/>
              <a:cs typeface="Arial"/>
              <a:sym typeface="Arial"/>
            </a:endParaRPr>
          </a:p>
        </p:txBody>
      </p:sp>
      <p:sp>
        <p:nvSpPr>
          <p:cNvPr id="37" name="Google Shape;37;p43"/>
          <p:cNvSpPr txBox="1">
            <a:spLocks noGrp="1"/>
          </p:cNvSpPr>
          <p:nvPr>
            <p:ph type="title"/>
          </p:nvPr>
        </p:nvSpPr>
        <p:spPr>
          <a:xfrm>
            <a:off x="685800" y="447870"/>
            <a:ext cx="9029700" cy="24259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3"/>
          <p:cNvSpPr txBox="1">
            <a:spLocks noGrp="1"/>
          </p:cNvSpPr>
          <p:nvPr>
            <p:ph type="body" idx="1"/>
          </p:nvPr>
        </p:nvSpPr>
        <p:spPr>
          <a:xfrm>
            <a:off x="685800" y="5065614"/>
            <a:ext cx="5088732" cy="110658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100"/>
              <a:buNone/>
              <a:defRPr sz="2800"/>
            </a:lvl1pPr>
            <a:lvl2pPr marL="914400" lvl="1" indent="-228600" algn="l">
              <a:lnSpc>
                <a:spcPct val="100000"/>
              </a:lnSpc>
              <a:spcBef>
                <a:spcPts val="2000"/>
              </a:spcBef>
              <a:spcAft>
                <a:spcPts val="0"/>
              </a:spcAft>
              <a:buSzPts val="1800"/>
              <a:buNone/>
              <a:defRPr sz="2000"/>
            </a:lvl2pPr>
            <a:lvl3pPr marL="1371600" lvl="2" indent="-228600" algn="l">
              <a:lnSpc>
                <a:spcPct val="100000"/>
              </a:lnSpc>
              <a:spcBef>
                <a:spcPts val="2000"/>
              </a:spcBef>
              <a:spcAft>
                <a:spcPts val="0"/>
              </a:spcAft>
              <a:buSzPts val="1800"/>
              <a:buNone/>
              <a:defRPr sz="2000"/>
            </a:lvl3pPr>
            <a:lvl4pPr marL="1828800" lvl="3" indent="-228600" algn="l">
              <a:lnSpc>
                <a:spcPct val="100000"/>
              </a:lnSpc>
              <a:spcBef>
                <a:spcPts val="2000"/>
              </a:spcBef>
              <a:spcAft>
                <a:spcPts val="0"/>
              </a:spcAft>
              <a:buSzPts val="1800"/>
              <a:buNone/>
              <a:defRPr sz="2000"/>
            </a:lvl4pPr>
            <a:lvl5pPr marL="2286000" lvl="4" indent="-228600" algn="l">
              <a:lnSpc>
                <a:spcPct val="100000"/>
              </a:lnSpc>
              <a:spcBef>
                <a:spcPts val="2000"/>
              </a:spcBef>
              <a:spcAft>
                <a:spcPts val="0"/>
              </a:spcAft>
              <a:buSzPts val="1800"/>
              <a:buNone/>
              <a:defRPr sz="2000"/>
            </a:lvl5pPr>
            <a:lvl6pPr marL="2743200" lvl="5" indent="-228600" algn="l">
              <a:lnSpc>
                <a:spcPct val="100000"/>
              </a:lnSpc>
              <a:spcBef>
                <a:spcPts val="2000"/>
              </a:spcBef>
              <a:spcAft>
                <a:spcPts val="0"/>
              </a:spcAft>
              <a:buSzPts val="1800"/>
              <a:buNone/>
              <a:defRPr sz="2000"/>
            </a:lvl6pPr>
            <a:lvl7pPr marL="3200400" lvl="6" indent="-228600" algn="l">
              <a:lnSpc>
                <a:spcPct val="100000"/>
              </a:lnSpc>
              <a:spcBef>
                <a:spcPts val="2000"/>
              </a:spcBef>
              <a:spcAft>
                <a:spcPts val="0"/>
              </a:spcAft>
              <a:buSzPts val="1800"/>
              <a:buNone/>
              <a:defRPr sz="2000"/>
            </a:lvl7pPr>
            <a:lvl8pPr marL="3657600" lvl="7" indent="-228600" algn="l">
              <a:lnSpc>
                <a:spcPct val="100000"/>
              </a:lnSpc>
              <a:spcBef>
                <a:spcPts val="2000"/>
              </a:spcBef>
              <a:spcAft>
                <a:spcPts val="0"/>
              </a:spcAft>
              <a:buSzPts val="1800"/>
              <a:buNone/>
              <a:defRPr sz="2000"/>
            </a:lvl8pPr>
            <a:lvl9pPr marL="4114800" lvl="8" indent="-228600" algn="l">
              <a:lnSpc>
                <a:spcPct val="100000"/>
              </a:lnSpc>
              <a:spcBef>
                <a:spcPts val="2000"/>
              </a:spcBef>
              <a:spcAft>
                <a:spcPts val="2000"/>
              </a:spcAft>
              <a:buSzPts val="1800"/>
              <a:buNone/>
              <a:defRPr sz="2000"/>
            </a:lvl9pPr>
          </a:lstStyle>
          <a:p>
            <a:endParaRPr/>
          </a:p>
        </p:txBody>
      </p:sp>
      <p:sp>
        <p:nvSpPr>
          <p:cNvPr id="39" name="Google Shape;39;p43"/>
          <p:cNvSpPr txBox="1">
            <a:spLocks noGrp="1"/>
          </p:cNvSpPr>
          <p:nvPr>
            <p:ph type="body" idx="2"/>
          </p:nvPr>
        </p:nvSpPr>
        <p:spPr>
          <a:xfrm>
            <a:off x="6096000" y="5065614"/>
            <a:ext cx="5410200" cy="110658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100"/>
              <a:buNone/>
              <a:defRPr sz="2800"/>
            </a:lvl1pPr>
            <a:lvl2pPr marL="914400" lvl="1" indent="-228600" algn="l">
              <a:lnSpc>
                <a:spcPct val="100000"/>
              </a:lnSpc>
              <a:spcBef>
                <a:spcPts val="2000"/>
              </a:spcBef>
              <a:spcAft>
                <a:spcPts val="0"/>
              </a:spcAft>
              <a:buSzPts val="1800"/>
              <a:buNone/>
              <a:defRPr sz="2000"/>
            </a:lvl2pPr>
            <a:lvl3pPr marL="1371600" lvl="2" indent="-228600" algn="l">
              <a:lnSpc>
                <a:spcPct val="100000"/>
              </a:lnSpc>
              <a:spcBef>
                <a:spcPts val="2000"/>
              </a:spcBef>
              <a:spcAft>
                <a:spcPts val="0"/>
              </a:spcAft>
              <a:buSzPts val="1800"/>
              <a:buNone/>
              <a:defRPr sz="2000"/>
            </a:lvl3pPr>
            <a:lvl4pPr marL="1828800" lvl="3" indent="-228600" algn="l">
              <a:lnSpc>
                <a:spcPct val="100000"/>
              </a:lnSpc>
              <a:spcBef>
                <a:spcPts val="2000"/>
              </a:spcBef>
              <a:spcAft>
                <a:spcPts val="0"/>
              </a:spcAft>
              <a:buSzPts val="1800"/>
              <a:buNone/>
              <a:defRPr sz="2000"/>
            </a:lvl4pPr>
            <a:lvl5pPr marL="2286000" lvl="4" indent="-228600" algn="l">
              <a:lnSpc>
                <a:spcPct val="100000"/>
              </a:lnSpc>
              <a:spcBef>
                <a:spcPts val="2000"/>
              </a:spcBef>
              <a:spcAft>
                <a:spcPts val="0"/>
              </a:spcAft>
              <a:buSzPts val="1800"/>
              <a:buNone/>
              <a:defRPr sz="2000"/>
            </a:lvl5pPr>
            <a:lvl6pPr marL="2743200" lvl="5" indent="-228600" algn="l">
              <a:lnSpc>
                <a:spcPct val="100000"/>
              </a:lnSpc>
              <a:spcBef>
                <a:spcPts val="2000"/>
              </a:spcBef>
              <a:spcAft>
                <a:spcPts val="0"/>
              </a:spcAft>
              <a:buSzPts val="1800"/>
              <a:buNone/>
              <a:defRPr sz="2000"/>
            </a:lvl6pPr>
            <a:lvl7pPr marL="3200400" lvl="6" indent="-228600" algn="l">
              <a:lnSpc>
                <a:spcPct val="100000"/>
              </a:lnSpc>
              <a:spcBef>
                <a:spcPts val="2000"/>
              </a:spcBef>
              <a:spcAft>
                <a:spcPts val="0"/>
              </a:spcAft>
              <a:buSzPts val="1800"/>
              <a:buNone/>
              <a:defRPr sz="2000"/>
            </a:lvl7pPr>
            <a:lvl8pPr marL="3657600" lvl="7" indent="-228600" algn="l">
              <a:lnSpc>
                <a:spcPct val="100000"/>
              </a:lnSpc>
              <a:spcBef>
                <a:spcPts val="2000"/>
              </a:spcBef>
              <a:spcAft>
                <a:spcPts val="0"/>
              </a:spcAft>
              <a:buSzPts val="1800"/>
              <a:buNone/>
              <a:defRPr sz="2000"/>
            </a:lvl8pPr>
            <a:lvl9pPr marL="4114800" lvl="8" indent="-228600" algn="l">
              <a:lnSpc>
                <a:spcPct val="100000"/>
              </a:lnSpc>
              <a:spcBef>
                <a:spcPts val="2000"/>
              </a:spcBef>
              <a:spcAft>
                <a:spcPts val="2000"/>
              </a:spcAft>
              <a:buSzPts val="1800"/>
              <a:buNone/>
              <a:defRPr sz="2000"/>
            </a:lvl9pPr>
          </a:lstStyle>
          <a:p>
            <a:endParaRPr/>
          </a:p>
        </p:txBody>
      </p:sp>
      <p:sp>
        <p:nvSpPr>
          <p:cNvPr id="40" name="Google Shape;40;p43"/>
          <p:cNvSpPr txBox="1"/>
          <p:nvPr/>
        </p:nvSpPr>
        <p:spPr>
          <a:xfrm>
            <a:off x="10698611" y="6281688"/>
            <a:ext cx="1089871"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chemeClr val="dk1"/>
              </a:buClr>
              <a:buSzPts val="900"/>
              <a:buFont typeface="Arial"/>
              <a:buNone/>
            </a:pPr>
            <a:r>
              <a:rPr lang="en-US" sz="900" b="0" i="0" u="none" strike="noStrike" cap="none">
                <a:solidFill>
                  <a:schemeClr val="dk1"/>
                </a:solidFill>
                <a:latin typeface="Arial"/>
                <a:ea typeface="Arial"/>
                <a:cs typeface="Arial"/>
                <a:sym typeface="Arial"/>
              </a:rPr>
              <a:t>© 2026 SEL</a:t>
            </a:r>
            <a:endParaRPr/>
          </a:p>
        </p:txBody>
      </p:sp>
      <p:pic>
        <p:nvPicPr>
          <p:cNvPr id="41" name="Google Shape;41;p43"/>
          <p:cNvPicPr preferRelativeResize="0"/>
          <p:nvPr/>
        </p:nvPicPr>
        <p:blipFill rotWithShape="1">
          <a:blip r:embed="rId2">
            <a:alphaModFix/>
          </a:blip>
          <a:srcRect/>
          <a:stretch/>
        </p:blipFill>
        <p:spPr>
          <a:xfrm>
            <a:off x="696913" y="3253694"/>
            <a:ext cx="902286" cy="51820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0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Multiple B)">
  <p:cSld name="Title Slide (Multiple B)">
    <p:bg>
      <p:bgPr>
        <a:solidFill>
          <a:schemeClr val="lt1"/>
        </a:solidFill>
        <a:effectLst/>
      </p:bgPr>
    </p:bg>
    <p:spTree>
      <p:nvGrpSpPr>
        <p:cNvPr id="1" name="Shape 42"/>
        <p:cNvGrpSpPr/>
        <p:nvPr/>
      </p:nvGrpSpPr>
      <p:grpSpPr>
        <a:xfrm>
          <a:off x="0" y="0"/>
          <a:ext cx="0" cy="0"/>
          <a:chOff x="0" y="0"/>
          <a:chExt cx="0" cy="0"/>
        </a:xfrm>
      </p:grpSpPr>
      <p:sp>
        <p:nvSpPr>
          <p:cNvPr id="43" name="Google Shape;43;p44"/>
          <p:cNvSpPr/>
          <p:nvPr/>
        </p:nvSpPr>
        <p:spPr>
          <a:xfrm>
            <a:off x="0" y="0"/>
            <a:ext cx="12192000" cy="3429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Arial"/>
              <a:ea typeface="Arial"/>
              <a:cs typeface="Arial"/>
              <a:sym typeface="Arial"/>
            </a:endParaRPr>
          </a:p>
        </p:txBody>
      </p:sp>
      <p:sp>
        <p:nvSpPr>
          <p:cNvPr id="44" name="Google Shape;44;p44"/>
          <p:cNvSpPr txBox="1">
            <a:spLocks noGrp="1"/>
          </p:cNvSpPr>
          <p:nvPr>
            <p:ph type="title"/>
          </p:nvPr>
        </p:nvSpPr>
        <p:spPr>
          <a:xfrm>
            <a:off x="685800" y="723124"/>
            <a:ext cx="9029698" cy="1117533"/>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44"/>
          <p:cNvSpPr txBox="1">
            <a:spLocks noGrp="1"/>
          </p:cNvSpPr>
          <p:nvPr>
            <p:ph type="body" idx="1"/>
          </p:nvPr>
        </p:nvSpPr>
        <p:spPr>
          <a:xfrm>
            <a:off x="685800" y="4029834"/>
            <a:ext cx="5088732" cy="214236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100"/>
              <a:buNone/>
              <a:defRPr sz="2800"/>
            </a:lvl1pPr>
            <a:lvl2pPr marL="914400" lvl="1" indent="-228600" algn="l">
              <a:lnSpc>
                <a:spcPct val="100000"/>
              </a:lnSpc>
              <a:spcBef>
                <a:spcPts val="2000"/>
              </a:spcBef>
              <a:spcAft>
                <a:spcPts val="0"/>
              </a:spcAft>
              <a:buSzPts val="1800"/>
              <a:buNone/>
              <a:defRPr sz="2000"/>
            </a:lvl2pPr>
            <a:lvl3pPr marL="1371600" lvl="2" indent="-228600" algn="l">
              <a:lnSpc>
                <a:spcPct val="100000"/>
              </a:lnSpc>
              <a:spcBef>
                <a:spcPts val="2000"/>
              </a:spcBef>
              <a:spcAft>
                <a:spcPts val="0"/>
              </a:spcAft>
              <a:buSzPts val="1800"/>
              <a:buNone/>
              <a:defRPr sz="2000"/>
            </a:lvl3pPr>
            <a:lvl4pPr marL="1828800" lvl="3" indent="-228600" algn="l">
              <a:lnSpc>
                <a:spcPct val="100000"/>
              </a:lnSpc>
              <a:spcBef>
                <a:spcPts val="2000"/>
              </a:spcBef>
              <a:spcAft>
                <a:spcPts val="0"/>
              </a:spcAft>
              <a:buSzPts val="1800"/>
              <a:buNone/>
              <a:defRPr sz="2000"/>
            </a:lvl4pPr>
            <a:lvl5pPr marL="2286000" lvl="4" indent="-228600" algn="l">
              <a:lnSpc>
                <a:spcPct val="100000"/>
              </a:lnSpc>
              <a:spcBef>
                <a:spcPts val="2000"/>
              </a:spcBef>
              <a:spcAft>
                <a:spcPts val="0"/>
              </a:spcAft>
              <a:buSzPts val="1800"/>
              <a:buNone/>
              <a:defRPr sz="2000"/>
            </a:lvl5pPr>
            <a:lvl6pPr marL="2743200" lvl="5" indent="-228600" algn="l">
              <a:lnSpc>
                <a:spcPct val="100000"/>
              </a:lnSpc>
              <a:spcBef>
                <a:spcPts val="2000"/>
              </a:spcBef>
              <a:spcAft>
                <a:spcPts val="0"/>
              </a:spcAft>
              <a:buSzPts val="1800"/>
              <a:buNone/>
              <a:defRPr sz="2000"/>
            </a:lvl6pPr>
            <a:lvl7pPr marL="3200400" lvl="6" indent="-228600" algn="l">
              <a:lnSpc>
                <a:spcPct val="100000"/>
              </a:lnSpc>
              <a:spcBef>
                <a:spcPts val="2000"/>
              </a:spcBef>
              <a:spcAft>
                <a:spcPts val="0"/>
              </a:spcAft>
              <a:buSzPts val="1800"/>
              <a:buNone/>
              <a:defRPr sz="2000"/>
            </a:lvl7pPr>
            <a:lvl8pPr marL="3657600" lvl="7" indent="-228600" algn="l">
              <a:lnSpc>
                <a:spcPct val="100000"/>
              </a:lnSpc>
              <a:spcBef>
                <a:spcPts val="2000"/>
              </a:spcBef>
              <a:spcAft>
                <a:spcPts val="0"/>
              </a:spcAft>
              <a:buSzPts val="1800"/>
              <a:buNone/>
              <a:defRPr sz="2000"/>
            </a:lvl8pPr>
            <a:lvl9pPr marL="4114800" lvl="8" indent="-228600" algn="l">
              <a:lnSpc>
                <a:spcPct val="100000"/>
              </a:lnSpc>
              <a:spcBef>
                <a:spcPts val="2000"/>
              </a:spcBef>
              <a:spcAft>
                <a:spcPts val="2000"/>
              </a:spcAft>
              <a:buSzPts val="1800"/>
              <a:buNone/>
              <a:defRPr sz="2000"/>
            </a:lvl9pPr>
          </a:lstStyle>
          <a:p>
            <a:endParaRPr/>
          </a:p>
        </p:txBody>
      </p:sp>
      <p:sp>
        <p:nvSpPr>
          <p:cNvPr id="46" name="Google Shape;46;p44"/>
          <p:cNvSpPr txBox="1">
            <a:spLocks noGrp="1"/>
          </p:cNvSpPr>
          <p:nvPr>
            <p:ph type="body" idx="2"/>
          </p:nvPr>
        </p:nvSpPr>
        <p:spPr>
          <a:xfrm>
            <a:off x="6096000" y="4029834"/>
            <a:ext cx="5399088" cy="214236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100"/>
              <a:buNone/>
              <a:defRPr sz="2800"/>
            </a:lvl1pPr>
            <a:lvl2pPr marL="914400" lvl="1" indent="-228600" algn="l">
              <a:lnSpc>
                <a:spcPct val="100000"/>
              </a:lnSpc>
              <a:spcBef>
                <a:spcPts val="2000"/>
              </a:spcBef>
              <a:spcAft>
                <a:spcPts val="0"/>
              </a:spcAft>
              <a:buSzPts val="1800"/>
              <a:buNone/>
              <a:defRPr sz="2000"/>
            </a:lvl2pPr>
            <a:lvl3pPr marL="1371600" lvl="2" indent="-228600" algn="l">
              <a:lnSpc>
                <a:spcPct val="100000"/>
              </a:lnSpc>
              <a:spcBef>
                <a:spcPts val="2000"/>
              </a:spcBef>
              <a:spcAft>
                <a:spcPts val="0"/>
              </a:spcAft>
              <a:buSzPts val="1800"/>
              <a:buNone/>
              <a:defRPr sz="2000"/>
            </a:lvl3pPr>
            <a:lvl4pPr marL="1828800" lvl="3" indent="-228600" algn="l">
              <a:lnSpc>
                <a:spcPct val="100000"/>
              </a:lnSpc>
              <a:spcBef>
                <a:spcPts val="2000"/>
              </a:spcBef>
              <a:spcAft>
                <a:spcPts val="0"/>
              </a:spcAft>
              <a:buSzPts val="1800"/>
              <a:buNone/>
              <a:defRPr sz="2000"/>
            </a:lvl4pPr>
            <a:lvl5pPr marL="2286000" lvl="4" indent="-228600" algn="l">
              <a:lnSpc>
                <a:spcPct val="100000"/>
              </a:lnSpc>
              <a:spcBef>
                <a:spcPts val="2000"/>
              </a:spcBef>
              <a:spcAft>
                <a:spcPts val="0"/>
              </a:spcAft>
              <a:buSzPts val="1800"/>
              <a:buNone/>
              <a:defRPr sz="2000"/>
            </a:lvl5pPr>
            <a:lvl6pPr marL="2743200" lvl="5" indent="-228600" algn="l">
              <a:lnSpc>
                <a:spcPct val="100000"/>
              </a:lnSpc>
              <a:spcBef>
                <a:spcPts val="2000"/>
              </a:spcBef>
              <a:spcAft>
                <a:spcPts val="0"/>
              </a:spcAft>
              <a:buSzPts val="1800"/>
              <a:buNone/>
              <a:defRPr sz="2000"/>
            </a:lvl6pPr>
            <a:lvl7pPr marL="3200400" lvl="6" indent="-228600" algn="l">
              <a:lnSpc>
                <a:spcPct val="100000"/>
              </a:lnSpc>
              <a:spcBef>
                <a:spcPts val="2000"/>
              </a:spcBef>
              <a:spcAft>
                <a:spcPts val="0"/>
              </a:spcAft>
              <a:buSzPts val="1800"/>
              <a:buNone/>
              <a:defRPr sz="2000"/>
            </a:lvl7pPr>
            <a:lvl8pPr marL="3657600" lvl="7" indent="-228600" algn="l">
              <a:lnSpc>
                <a:spcPct val="100000"/>
              </a:lnSpc>
              <a:spcBef>
                <a:spcPts val="2000"/>
              </a:spcBef>
              <a:spcAft>
                <a:spcPts val="0"/>
              </a:spcAft>
              <a:buSzPts val="1800"/>
              <a:buNone/>
              <a:defRPr sz="2000"/>
            </a:lvl8pPr>
            <a:lvl9pPr marL="4114800" lvl="8" indent="-228600" algn="l">
              <a:lnSpc>
                <a:spcPct val="100000"/>
              </a:lnSpc>
              <a:spcBef>
                <a:spcPts val="2000"/>
              </a:spcBef>
              <a:spcAft>
                <a:spcPts val="2000"/>
              </a:spcAft>
              <a:buSzPts val="1800"/>
              <a:buNone/>
              <a:defRPr sz="2000"/>
            </a:lvl9pPr>
          </a:lstStyle>
          <a:p>
            <a:endParaRPr/>
          </a:p>
        </p:txBody>
      </p:sp>
      <p:sp>
        <p:nvSpPr>
          <p:cNvPr id="47" name="Google Shape;47;p44"/>
          <p:cNvSpPr txBox="1"/>
          <p:nvPr/>
        </p:nvSpPr>
        <p:spPr>
          <a:xfrm>
            <a:off x="10698611" y="6281688"/>
            <a:ext cx="1089871"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chemeClr val="dk1"/>
              </a:buClr>
              <a:buSzPts val="900"/>
              <a:buFont typeface="Arial"/>
              <a:buNone/>
            </a:pPr>
            <a:r>
              <a:rPr lang="en-US" sz="900" b="0" i="0" u="none" strike="noStrike" cap="none">
                <a:solidFill>
                  <a:schemeClr val="dk1"/>
                </a:solidFill>
                <a:latin typeface="Arial"/>
                <a:ea typeface="Arial"/>
                <a:cs typeface="Arial"/>
                <a:sym typeface="Arial"/>
              </a:rPr>
              <a:t>© 2026 SEL</a:t>
            </a:r>
            <a:endParaRPr/>
          </a:p>
        </p:txBody>
      </p:sp>
      <p:pic>
        <p:nvPicPr>
          <p:cNvPr id="48" name="Google Shape;48;p44"/>
          <p:cNvPicPr preferRelativeResize="0"/>
          <p:nvPr/>
        </p:nvPicPr>
        <p:blipFill rotWithShape="1">
          <a:blip r:embed="rId2">
            <a:alphaModFix/>
          </a:blip>
          <a:srcRect/>
          <a:stretch/>
        </p:blipFill>
        <p:spPr>
          <a:xfrm>
            <a:off x="696913" y="2224996"/>
            <a:ext cx="902286" cy="51820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03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49"/>
        <p:cNvGrpSpPr/>
        <p:nvPr/>
      </p:nvGrpSpPr>
      <p:grpSpPr>
        <a:xfrm>
          <a:off x="0" y="0"/>
          <a:ext cx="0" cy="0"/>
          <a:chOff x="0" y="0"/>
          <a:chExt cx="0" cy="0"/>
        </a:xfrm>
      </p:grpSpPr>
      <p:sp>
        <p:nvSpPr>
          <p:cNvPr id="50" name="Google Shape;50;p45"/>
          <p:cNvSpPr txBox="1">
            <a:spLocks noGrp="1"/>
          </p:cNvSpPr>
          <p:nvPr>
            <p:ph type="body" idx="1"/>
          </p:nvPr>
        </p:nvSpPr>
        <p:spPr>
          <a:xfrm>
            <a:off x="685800" y="1633491"/>
            <a:ext cx="10820400"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solidFill>
                  <a:schemeClr val="dk1"/>
                </a:solidFill>
              </a:defRPr>
            </a:lvl1pPr>
            <a:lvl2pPr marL="914400" lvl="1" indent="-365760" algn="l">
              <a:lnSpc>
                <a:spcPct val="110000"/>
              </a:lnSpc>
              <a:spcBef>
                <a:spcPts val="2000"/>
              </a:spcBef>
              <a:spcAft>
                <a:spcPts val="0"/>
              </a:spcAft>
              <a:buSzPts val="2160"/>
              <a:buChar char="–"/>
              <a:defRPr/>
            </a:lvl2pPr>
            <a:lvl3pPr marL="1371600" lvl="2" indent="-365760" algn="l">
              <a:lnSpc>
                <a:spcPct val="110000"/>
              </a:lnSpc>
              <a:spcBef>
                <a:spcPts val="2000"/>
              </a:spcBef>
              <a:spcAft>
                <a:spcPts val="0"/>
              </a:spcAft>
              <a:buSzPts val="2160"/>
              <a:buChar char="–"/>
              <a:defRPr/>
            </a:lvl3pPr>
            <a:lvl4pPr marL="1828800" lvl="3" indent="-365760" algn="l">
              <a:lnSpc>
                <a:spcPct val="110000"/>
              </a:lnSpc>
              <a:spcBef>
                <a:spcPts val="2000"/>
              </a:spcBef>
              <a:spcAft>
                <a:spcPts val="0"/>
              </a:spcAft>
              <a:buSzPts val="2160"/>
              <a:buChar char="–"/>
              <a:defRPr/>
            </a:lvl4pPr>
            <a:lvl5pPr marL="2286000" lvl="4" indent="-365760" algn="l">
              <a:lnSpc>
                <a:spcPct val="110000"/>
              </a:lnSpc>
              <a:spcBef>
                <a:spcPts val="2000"/>
              </a:spcBef>
              <a:spcAft>
                <a:spcPts val="0"/>
              </a:spcAft>
              <a:buSzPts val="2160"/>
              <a:buChar char="–"/>
              <a:defRPr/>
            </a:lvl5pPr>
            <a:lvl6pPr marL="2743200" lvl="5" indent="-365760" algn="l">
              <a:lnSpc>
                <a:spcPct val="110000"/>
              </a:lnSpc>
              <a:spcBef>
                <a:spcPts val="2000"/>
              </a:spcBef>
              <a:spcAft>
                <a:spcPts val="0"/>
              </a:spcAft>
              <a:buSzPts val="2160"/>
              <a:buChar char="–"/>
              <a:defRPr/>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51" name="Google Shape;51;p45"/>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ubtitle and Content">
  <p:cSld name="Subtitle and Content">
    <p:spTree>
      <p:nvGrpSpPr>
        <p:cNvPr id="1" name="Shape 52"/>
        <p:cNvGrpSpPr/>
        <p:nvPr/>
      </p:nvGrpSpPr>
      <p:grpSpPr>
        <a:xfrm>
          <a:off x="0" y="0"/>
          <a:ext cx="0" cy="0"/>
          <a:chOff x="0" y="0"/>
          <a:chExt cx="0" cy="0"/>
        </a:xfrm>
      </p:grpSpPr>
      <p:sp>
        <p:nvSpPr>
          <p:cNvPr id="53" name="Google Shape;53;p46"/>
          <p:cNvSpPr txBox="1">
            <a:spLocks noGrp="1"/>
          </p:cNvSpPr>
          <p:nvPr>
            <p:ph type="body" idx="1"/>
          </p:nvPr>
        </p:nvSpPr>
        <p:spPr>
          <a:xfrm>
            <a:off x="685800" y="2325784"/>
            <a:ext cx="10820400" cy="3837537"/>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65760" algn="l">
              <a:lnSpc>
                <a:spcPct val="110000"/>
              </a:lnSpc>
              <a:spcBef>
                <a:spcPts val="2000"/>
              </a:spcBef>
              <a:spcAft>
                <a:spcPts val="0"/>
              </a:spcAft>
              <a:buSzPts val="2160"/>
              <a:buChar char="–"/>
              <a:defRPr/>
            </a:lvl6pPr>
            <a:lvl7pPr marL="3200400" lvl="6" indent="-365760" algn="l">
              <a:lnSpc>
                <a:spcPct val="110000"/>
              </a:lnSpc>
              <a:spcBef>
                <a:spcPts val="2000"/>
              </a:spcBef>
              <a:spcAft>
                <a:spcPts val="0"/>
              </a:spcAft>
              <a:buSzPts val="2160"/>
              <a:buChar char="–"/>
              <a:defRPr/>
            </a:lvl7pPr>
            <a:lvl8pPr marL="3657600" lvl="7" indent="-365759" algn="l">
              <a:lnSpc>
                <a:spcPct val="110000"/>
              </a:lnSpc>
              <a:spcBef>
                <a:spcPts val="2000"/>
              </a:spcBef>
              <a:spcAft>
                <a:spcPts val="0"/>
              </a:spcAft>
              <a:buSzPts val="216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54" name="Google Shape;54;p46"/>
          <p:cNvSpPr txBox="1">
            <a:spLocks noGrp="1"/>
          </p:cNvSpPr>
          <p:nvPr>
            <p:ph type="body" idx="2"/>
          </p:nvPr>
        </p:nvSpPr>
        <p:spPr>
          <a:xfrm>
            <a:off x="685800" y="1657091"/>
            <a:ext cx="10820400" cy="5831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Font typeface="Arial"/>
              <a:buNone/>
              <a:defRPr sz="2400" b="1" cap="none"/>
            </a:lvl1pPr>
            <a:lvl2pPr marL="914400" lvl="1" indent="-228600" algn="l">
              <a:lnSpc>
                <a:spcPct val="100000"/>
              </a:lnSpc>
              <a:spcBef>
                <a:spcPts val="0"/>
              </a:spcBef>
              <a:spcAft>
                <a:spcPts val="0"/>
              </a:spcAft>
              <a:buSzPts val="1800"/>
              <a:buFont typeface="Arial"/>
              <a:buNone/>
              <a:defRPr sz="2000" b="1"/>
            </a:lvl2pPr>
            <a:lvl3pPr marL="1371600" lvl="2" indent="-228600" algn="l">
              <a:lnSpc>
                <a:spcPct val="100000"/>
              </a:lnSpc>
              <a:spcBef>
                <a:spcPts val="0"/>
              </a:spcBef>
              <a:spcAft>
                <a:spcPts val="0"/>
              </a:spcAft>
              <a:buSzPts val="1800"/>
              <a:buFont typeface="Arial"/>
              <a:buNone/>
              <a:defRPr sz="2000" b="1"/>
            </a:lvl3pPr>
            <a:lvl4pPr marL="1828800" lvl="3" indent="-228600" algn="l">
              <a:lnSpc>
                <a:spcPct val="100000"/>
              </a:lnSpc>
              <a:spcBef>
                <a:spcPts val="0"/>
              </a:spcBef>
              <a:spcAft>
                <a:spcPts val="0"/>
              </a:spcAft>
              <a:buSzPts val="1800"/>
              <a:buFont typeface="Arial"/>
              <a:buNone/>
              <a:defRPr sz="2000" b="1"/>
            </a:lvl4pPr>
            <a:lvl5pPr marL="2286000" lvl="4" indent="-228600" algn="l">
              <a:lnSpc>
                <a:spcPct val="100000"/>
              </a:lnSpc>
              <a:spcBef>
                <a:spcPts val="0"/>
              </a:spcBef>
              <a:spcAft>
                <a:spcPts val="0"/>
              </a:spcAft>
              <a:buSzPts val="1800"/>
              <a:buFont typeface="Arial"/>
              <a:buNone/>
              <a:defRPr sz="2000" b="1"/>
            </a:lvl5pPr>
            <a:lvl6pPr marL="2743200" lvl="5" indent="-228600" algn="l">
              <a:lnSpc>
                <a:spcPct val="100000"/>
              </a:lnSpc>
              <a:spcBef>
                <a:spcPts val="0"/>
              </a:spcBef>
              <a:spcAft>
                <a:spcPts val="0"/>
              </a:spcAft>
              <a:buSzPts val="1800"/>
              <a:buFont typeface="Arial"/>
              <a:buNone/>
              <a:defRPr sz="2000" b="1"/>
            </a:lvl6pPr>
            <a:lvl7pPr marL="3200400" lvl="6" indent="-228600" algn="l">
              <a:lnSpc>
                <a:spcPct val="100000"/>
              </a:lnSpc>
              <a:spcBef>
                <a:spcPts val="0"/>
              </a:spcBef>
              <a:spcAft>
                <a:spcPts val="0"/>
              </a:spcAft>
              <a:buSzPts val="1800"/>
              <a:buFont typeface="Arial"/>
              <a:buNone/>
              <a:defRPr sz="2000" b="1"/>
            </a:lvl7pPr>
            <a:lvl8pPr marL="3657600" lvl="7" indent="-228600" algn="l">
              <a:lnSpc>
                <a:spcPct val="100000"/>
              </a:lnSpc>
              <a:spcBef>
                <a:spcPts val="0"/>
              </a:spcBef>
              <a:spcAft>
                <a:spcPts val="0"/>
              </a:spcAft>
              <a:buSzPts val="1800"/>
              <a:buFont typeface="Arial"/>
              <a:buNone/>
              <a:defRPr sz="2000" b="1"/>
            </a:lvl8pPr>
            <a:lvl9pPr marL="4114800" lvl="8" indent="-228600" algn="l">
              <a:lnSpc>
                <a:spcPct val="100000"/>
              </a:lnSpc>
              <a:spcBef>
                <a:spcPts val="0"/>
              </a:spcBef>
              <a:spcAft>
                <a:spcPts val="0"/>
              </a:spcAft>
              <a:buSzPts val="1800"/>
              <a:buFont typeface="Arial"/>
              <a:buNone/>
              <a:defRPr sz="2000" b="1"/>
            </a:lvl9pPr>
          </a:lstStyle>
          <a:p>
            <a:endParaRPr/>
          </a:p>
        </p:txBody>
      </p:sp>
      <p:sp>
        <p:nvSpPr>
          <p:cNvPr id="55" name="Google Shape;55;p46"/>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56"/>
        <p:cNvGrpSpPr/>
        <p:nvPr/>
      </p:nvGrpSpPr>
      <p:grpSpPr>
        <a:xfrm>
          <a:off x="0" y="0"/>
          <a:ext cx="0" cy="0"/>
          <a:chOff x="0" y="0"/>
          <a:chExt cx="0" cy="0"/>
        </a:xfrm>
      </p:grpSpPr>
      <p:sp>
        <p:nvSpPr>
          <p:cNvPr id="57" name="Google Shape;57;p47"/>
          <p:cNvSpPr/>
          <p:nvPr/>
        </p:nvSpPr>
        <p:spPr>
          <a:xfrm>
            <a:off x="0" y="0"/>
            <a:ext cx="12192000" cy="3429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latin typeface="Arial"/>
              <a:ea typeface="Arial"/>
              <a:cs typeface="Arial"/>
              <a:sym typeface="Arial"/>
            </a:endParaRPr>
          </a:p>
        </p:txBody>
      </p:sp>
      <p:sp>
        <p:nvSpPr>
          <p:cNvPr id="58" name="Google Shape;58;p47"/>
          <p:cNvSpPr txBox="1">
            <a:spLocks noGrp="1"/>
          </p:cNvSpPr>
          <p:nvPr>
            <p:ph type="body" idx="1"/>
          </p:nvPr>
        </p:nvSpPr>
        <p:spPr>
          <a:xfrm>
            <a:off x="685800" y="4048396"/>
            <a:ext cx="6619875" cy="2123804"/>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b="0">
                <a:solidFill>
                  <a:schemeClr val="dk1"/>
                </a:solidFill>
              </a:defRPr>
            </a:lvl1pPr>
            <a:lvl2pPr marL="914400" lvl="1" indent="-228600" algn="l">
              <a:lnSpc>
                <a:spcPct val="110000"/>
              </a:lnSpc>
              <a:spcBef>
                <a:spcPts val="2000"/>
              </a:spcBef>
              <a:spcAft>
                <a:spcPts val="0"/>
              </a:spcAft>
              <a:buSzPts val="2160"/>
              <a:buNone/>
              <a:defRPr sz="2400">
                <a:solidFill>
                  <a:schemeClr val="dk1"/>
                </a:solidFill>
              </a:defRPr>
            </a:lvl2pPr>
            <a:lvl3pPr marL="1371600" lvl="2" indent="-228600" algn="l">
              <a:lnSpc>
                <a:spcPct val="110000"/>
              </a:lnSpc>
              <a:spcBef>
                <a:spcPts val="2000"/>
              </a:spcBef>
              <a:spcAft>
                <a:spcPts val="0"/>
              </a:spcAft>
              <a:buSzPts val="2160"/>
              <a:buNone/>
              <a:defRPr sz="2400">
                <a:solidFill>
                  <a:schemeClr val="dk1"/>
                </a:solidFill>
              </a:defRPr>
            </a:lvl3pPr>
            <a:lvl4pPr marL="1828800" lvl="3" indent="-228600" algn="l">
              <a:lnSpc>
                <a:spcPct val="110000"/>
              </a:lnSpc>
              <a:spcBef>
                <a:spcPts val="2000"/>
              </a:spcBef>
              <a:spcAft>
                <a:spcPts val="0"/>
              </a:spcAft>
              <a:buSzPts val="2160"/>
              <a:buNone/>
              <a:defRPr sz="2400">
                <a:solidFill>
                  <a:schemeClr val="dk1"/>
                </a:solidFill>
              </a:defRPr>
            </a:lvl4pPr>
            <a:lvl5pPr marL="2286000" lvl="4" indent="-228600" algn="l">
              <a:lnSpc>
                <a:spcPct val="110000"/>
              </a:lnSpc>
              <a:spcBef>
                <a:spcPts val="2000"/>
              </a:spcBef>
              <a:spcAft>
                <a:spcPts val="0"/>
              </a:spcAft>
              <a:buSzPts val="2160"/>
              <a:buNone/>
              <a:defRPr sz="2400">
                <a:solidFill>
                  <a:schemeClr val="dk1"/>
                </a:solidFill>
              </a:defRPr>
            </a:lvl5pPr>
            <a:lvl6pPr marL="2743200" lvl="5" indent="-228600" algn="l">
              <a:lnSpc>
                <a:spcPct val="110000"/>
              </a:lnSpc>
              <a:spcBef>
                <a:spcPts val="2000"/>
              </a:spcBef>
              <a:spcAft>
                <a:spcPts val="0"/>
              </a:spcAft>
              <a:buSzPts val="2160"/>
              <a:buNone/>
              <a:defRPr sz="2400">
                <a:solidFill>
                  <a:schemeClr val="dk1"/>
                </a:solidFill>
              </a:defRPr>
            </a:lvl6pPr>
            <a:lvl7pPr marL="3200400" lvl="6" indent="-228600" algn="l">
              <a:lnSpc>
                <a:spcPct val="110000"/>
              </a:lnSpc>
              <a:spcBef>
                <a:spcPts val="2000"/>
              </a:spcBef>
              <a:spcAft>
                <a:spcPts val="0"/>
              </a:spcAft>
              <a:buSzPts val="2160"/>
              <a:buNone/>
              <a:defRPr sz="2400">
                <a:solidFill>
                  <a:schemeClr val="dk1"/>
                </a:solidFill>
              </a:defRPr>
            </a:lvl7pPr>
            <a:lvl8pPr marL="3657600" lvl="7" indent="-228600" algn="l">
              <a:lnSpc>
                <a:spcPct val="110000"/>
              </a:lnSpc>
              <a:spcBef>
                <a:spcPts val="2000"/>
              </a:spcBef>
              <a:spcAft>
                <a:spcPts val="0"/>
              </a:spcAft>
              <a:buSzPts val="2160"/>
              <a:buNone/>
              <a:defRPr sz="2400">
                <a:solidFill>
                  <a:schemeClr val="dk1"/>
                </a:solidFill>
              </a:defRPr>
            </a:lvl8pPr>
            <a:lvl9pPr marL="4114800" lvl="8" indent="-228600" algn="l">
              <a:lnSpc>
                <a:spcPct val="110000"/>
              </a:lnSpc>
              <a:spcBef>
                <a:spcPts val="2000"/>
              </a:spcBef>
              <a:spcAft>
                <a:spcPts val="2000"/>
              </a:spcAft>
              <a:buSzPts val="2160"/>
              <a:buNone/>
              <a:defRPr sz="2400">
                <a:solidFill>
                  <a:schemeClr val="dk1"/>
                </a:solidFill>
              </a:defRPr>
            </a:lvl9pPr>
          </a:lstStyle>
          <a:p>
            <a:endParaRPr/>
          </a:p>
        </p:txBody>
      </p:sp>
      <p:sp>
        <p:nvSpPr>
          <p:cNvPr id="59" name="Google Shape;59;p47"/>
          <p:cNvSpPr txBox="1">
            <a:spLocks noGrp="1"/>
          </p:cNvSpPr>
          <p:nvPr>
            <p:ph type="title"/>
          </p:nvPr>
        </p:nvSpPr>
        <p:spPr>
          <a:xfrm>
            <a:off x="685800" y="685801"/>
            <a:ext cx="9029698" cy="218541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itle Only)">
  <p:cSld name="Section Header (Title Only)">
    <p:spTree>
      <p:nvGrpSpPr>
        <p:cNvPr id="1" name="Shape 60"/>
        <p:cNvGrpSpPr/>
        <p:nvPr/>
      </p:nvGrpSpPr>
      <p:grpSpPr>
        <a:xfrm>
          <a:off x="0" y="0"/>
          <a:ext cx="0" cy="0"/>
          <a:chOff x="0" y="0"/>
          <a:chExt cx="0" cy="0"/>
        </a:xfrm>
      </p:grpSpPr>
      <p:sp>
        <p:nvSpPr>
          <p:cNvPr id="61" name="Google Shape;61;p48"/>
          <p:cNvSpPr/>
          <p:nvPr/>
        </p:nvSpPr>
        <p:spPr>
          <a:xfrm>
            <a:off x="0" y="0"/>
            <a:ext cx="12192000" cy="3429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2" name="Google Shape;62;p48"/>
          <p:cNvSpPr txBox="1">
            <a:spLocks noGrp="1"/>
          </p:cNvSpPr>
          <p:nvPr>
            <p:ph type="title"/>
          </p:nvPr>
        </p:nvSpPr>
        <p:spPr>
          <a:xfrm>
            <a:off x="685800" y="4050438"/>
            <a:ext cx="10820400" cy="21217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Blue Right)">
  <p:cSld name="Title and Content (Blue Right)">
    <p:spTree>
      <p:nvGrpSpPr>
        <p:cNvPr id="1" name="Shape 63"/>
        <p:cNvGrpSpPr/>
        <p:nvPr/>
      </p:nvGrpSpPr>
      <p:grpSpPr>
        <a:xfrm>
          <a:off x="0" y="0"/>
          <a:ext cx="0" cy="0"/>
          <a:chOff x="0" y="0"/>
          <a:chExt cx="0" cy="0"/>
        </a:xfrm>
      </p:grpSpPr>
      <p:sp>
        <p:nvSpPr>
          <p:cNvPr id="64" name="Google Shape;64;p49"/>
          <p:cNvSpPr/>
          <p:nvPr/>
        </p:nvSpPr>
        <p:spPr>
          <a:xfrm>
            <a:off x="7900988" y="0"/>
            <a:ext cx="4291012"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5" name="Google Shape;65;p49"/>
          <p:cNvSpPr txBox="1">
            <a:spLocks noGrp="1"/>
          </p:cNvSpPr>
          <p:nvPr>
            <p:ph type="body" idx="1"/>
          </p:nvPr>
        </p:nvSpPr>
        <p:spPr>
          <a:xfrm>
            <a:off x="685799" y="1633491"/>
            <a:ext cx="6619875"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65760" algn="l">
              <a:lnSpc>
                <a:spcPct val="110000"/>
              </a:lnSpc>
              <a:spcBef>
                <a:spcPts val="2000"/>
              </a:spcBef>
              <a:spcAft>
                <a:spcPts val="0"/>
              </a:spcAft>
              <a:buSzPts val="2160"/>
              <a:buChar char="–"/>
              <a:defRPr/>
            </a:lvl6pPr>
            <a:lvl7pPr marL="3200400" lvl="6" indent="-365760" algn="l">
              <a:lnSpc>
                <a:spcPct val="110000"/>
              </a:lnSpc>
              <a:spcBef>
                <a:spcPts val="2000"/>
              </a:spcBef>
              <a:spcAft>
                <a:spcPts val="0"/>
              </a:spcAft>
              <a:buSzPts val="216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66" name="Google Shape;66;p49"/>
          <p:cNvSpPr txBox="1">
            <a:spLocks noGrp="1"/>
          </p:cNvSpPr>
          <p:nvPr>
            <p:ph type="title"/>
          </p:nvPr>
        </p:nvSpPr>
        <p:spPr>
          <a:xfrm>
            <a:off x="685801" y="621438"/>
            <a:ext cx="6619873"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Blue Left)">
  <p:cSld name="Title and Content (Blue Left)">
    <p:spTree>
      <p:nvGrpSpPr>
        <p:cNvPr id="1" name="Shape 67"/>
        <p:cNvGrpSpPr/>
        <p:nvPr/>
      </p:nvGrpSpPr>
      <p:grpSpPr>
        <a:xfrm>
          <a:off x="0" y="0"/>
          <a:ext cx="0" cy="0"/>
          <a:chOff x="0" y="0"/>
          <a:chExt cx="0" cy="0"/>
        </a:xfrm>
      </p:grpSpPr>
      <p:sp>
        <p:nvSpPr>
          <p:cNvPr id="68" name="Google Shape;68;p50"/>
          <p:cNvSpPr/>
          <p:nvPr/>
        </p:nvSpPr>
        <p:spPr>
          <a:xfrm>
            <a:off x="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9" name="Google Shape;69;p50"/>
          <p:cNvSpPr txBox="1">
            <a:spLocks noGrp="1"/>
          </p:cNvSpPr>
          <p:nvPr>
            <p:ph type="title"/>
          </p:nvPr>
        </p:nvSpPr>
        <p:spPr>
          <a:xfrm>
            <a:off x="685801" y="621438"/>
            <a:ext cx="4800599"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0"/>
          <p:cNvSpPr txBox="1">
            <a:spLocks noGrp="1"/>
          </p:cNvSpPr>
          <p:nvPr>
            <p:ph type="body" idx="1"/>
          </p:nvPr>
        </p:nvSpPr>
        <p:spPr>
          <a:xfrm>
            <a:off x="685800" y="1633491"/>
            <a:ext cx="4800600"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Clr>
                <a:schemeClr val="lt1"/>
              </a:buClr>
              <a:buSzPts val="2100"/>
              <a:buChar char="▪"/>
              <a:defRPr>
                <a:solidFill>
                  <a:schemeClr val="lt1"/>
                </a:solidFill>
              </a:defRPr>
            </a:lvl1pPr>
            <a:lvl2pPr marL="914400" lvl="1" indent="-365760" algn="l">
              <a:lnSpc>
                <a:spcPct val="110000"/>
              </a:lnSpc>
              <a:spcBef>
                <a:spcPts val="2000"/>
              </a:spcBef>
              <a:spcAft>
                <a:spcPts val="0"/>
              </a:spcAft>
              <a:buClr>
                <a:schemeClr val="lt1"/>
              </a:buClr>
              <a:buSzPts val="2160"/>
              <a:buChar char="–"/>
              <a:defRPr>
                <a:solidFill>
                  <a:schemeClr val="lt1"/>
                </a:solidFill>
              </a:defRPr>
            </a:lvl2pPr>
            <a:lvl3pPr marL="1371600" lvl="2" indent="-365760" algn="l">
              <a:lnSpc>
                <a:spcPct val="110000"/>
              </a:lnSpc>
              <a:spcBef>
                <a:spcPts val="2000"/>
              </a:spcBef>
              <a:spcAft>
                <a:spcPts val="0"/>
              </a:spcAft>
              <a:buClr>
                <a:schemeClr val="lt1"/>
              </a:buClr>
              <a:buSzPts val="2160"/>
              <a:buChar char="–"/>
              <a:defRPr>
                <a:solidFill>
                  <a:schemeClr val="lt1"/>
                </a:solidFill>
              </a:defRPr>
            </a:lvl3pPr>
            <a:lvl4pPr marL="1828800" lvl="3" indent="-365760" algn="l">
              <a:lnSpc>
                <a:spcPct val="110000"/>
              </a:lnSpc>
              <a:spcBef>
                <a:spcPts val="2000"/>
              </a:spcBef>
              <a:spcAft>
                <a:spcPts val="0"/>
              </a:spcAft>
              <a:buClr>
                <a:schemeClr val="lt1"/>
              </a:buClr>
              <a:buSzPts val="2160"/>
              <a:buChar char="–"/>
              <a:defRPr>
                <a:solidFill>
                  <a:schemeClr val="lt1"/>
                </a:solidFill>
              </a:defRPr>
            </a:lvl4pPr>
            <a:lvl5pPr marL="2286000" lvl="4" indent="-365760" algn="l">
              <a:lnSpc>
                <a:spcPct val="110000"/>
              </a:lnSpc>
              <a:spcBef>
                <a:spcPts val="2000"/>
              </a:spcBef>
              <a:spcAft>
                <a:spcPts val="0"/>
              </a:spcAft>
              <a:buClr>
                <a:schemeClr val="lt1"/>
              </a:buClr>
              <a:buSzPts val="2160"/>
              <a:buChar char="–"/>
              <a:defRPr>
                <a:solidFill>
                  <a:schemeClr val="lt1"/>
                </a:solidFill>
              </a:defRPr>
            </a:lvl5pPr>
            <a:lvl6pPr marL="2743200" lvl="5" indent="-365760" algn="l">
              <a:lnSpc>
                <a:spcPct val="110000"/>
              </a:lnSpc>
              <a:spcBef>
                <a:spcPts val="2000"/>
              </a:spcBef>
              <a:spcAft>
                <a:spcPts val="0"/>
              </a:spcAft>
              <a:buClr>
                <a:schemeClr val="lt1"/>
              </a:buClr>
              <a:buSzPts val="2160"/>
              <a:buChar char="–"/>
              <a:defRPr>
                <a:solidFill>
                  <a:schemeClr val="lt1"/>
                </a:solidFill>
              </a:defRPr>
            </a:lvl6pPr>
            <a:lvl7pPr marL="3200400" lvl="6" indent="-365760" algn="l">
              <a:lnSpc>
                <a:spcPct val="110000"/>
              </a:lnSpc>
              <a:spcBef>
                <a:spcPts val="2000"/>
              </a:spcBef>
              <a:spcAft>
                <a:spcPts val="0"/>
              </a:spcAft>
              <a:buClr>
                <a:schemeClr val="lt1"/>
              </a:buClr>
              <a:buSzPts val="2160"/>
              <a:buChar char="–"/>
              <a:defRPr>
                <a:solidFill>
                  <a:schemeClr val="lt1"/>
                </a:solidFill>
              </a:defRPr>
            </a:lvl7pPr>
            <a:lvl8pPr marL="3657600" lvl="7" indent="-365759" algn="l">
              <a:lnSpc>
                <a:spcPct val="110000"/>
              </a:lnSpc>
              <a:spcBef>
                <a:spcPts val="2000"/>
              </a:spcBef>
              <a:spcAft>
                <a:spcPts val="0"/>
              </a:spcAft>
              <a:buClr>
                <a:schemeClr val="lt1"/>
              </a:buClr>
              <a:buSzPts val="2160"/>
              <a:buChar char="–"/>
              <a:defRPr>
                <a:solidFill>
                  <a:schemeClr val="lt1"/>
                </a:solidFill>
              </a:defRPr>
            </a:lvl8pPr>
            <a:lvl9pPr marL="4114800" lvl="8" indent="-365759" algn="l">
              <a:lnSpc>
                <a:spcPct val="110000"/>
              </a:lnSpc>
              <a:spcBef>
                <a:spcPts val="2000"/>
              </a:spcBef>
              <a:spcAft>
                <a:spcPts val="2000"/>
              </a:spcAft>
              <a:buClr>
                <a:schemeClr val="lt1"/>
              </a:buClr>
              <a:buSzPts val="2160"/>
              <a:buChar char="–"/>
              <a:defRPr>
                <a:solidFill>
                  <a:schemeClr val="lt1"/>
                </a:solidFill>
              </a:defRPr>
            </a:lvl9pPr>
          </a:lstStyle>
          <a:p>
            <a:endParaRPr/>
          </a:p>
        </p:txBody>
      </p:sp>
      <p:sp>
        <p:nvSpPr>
          <p:cNvPr id="71" name="Google Shape;71;p50"/>
          <p:cNvSpPr>
            <a:spLocks noGrp="1"/>
          </p:cNvSpPr>
          <p:nvPr>
            <p:ph type="pic" idx="2"/>
          </p:nvPr>
        </p:nvSpPr>
        <p:spPr>
          <a:xfrm>
            <a:off x="6096000" y="0"/>
            <a:ext cx="6096000" cy="6858000"/>
          </a:xfrm>
          <a:prstGeom prst="rect">
            <a:avLst/>
          </a:prstGeom>
          <a:solidFill>
            <a:srgbClr val="C3D1DD"/>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and Content">
  <p:cSld name="Picture and Content">
    <p:spTree>
      <p:nvGrpSpPr>
        <p:cNvPr id="1" name="Shape 72"/>
        <p:cNvGrpSpPr/>
        <p:nvPr/>
      </p:nvGrpSpPr>
      <p:grpSpPr>
        <a:xfrm>
          <a:off x="0" y="0"/>
          <a:ext cx="0" cy="0"/>
          <a:chOff x="0" y="0"/>
          <a:chExt cx="0" cy="0"/>
        </a:xfrm>
      </p:grpSpPr>
      <p:sp>
        <p:nvSpPr>
          <p:cNvPr id="73" name="Google Shape;73;p51"/>
          <p:cNvSpPr>
            <a:spLocks noGrp="1"/>
          </p:cNvSpPr>
          <p:nvPr>
            <p:ph type="pic" idx="2"/>
          </p:nvPr>
        </p:nvSpPr>
        <p:spPr>
          <a:xfrm>
            <a:off x="0" y="0"/>
            <a:ext cx="12192000" cy="6172200"/>
          </a:xfrm>
          <a:prstGeom prst="rect">
            <a:avLst/>
          </a:prstGeom>
          <a:solidFill>
            <a:srgbClr val="C3D1DD"/>
          </a:solidFill>
          <a:ln>
            <a:noFill/>
          </a:ln>
        </p:spPr>
      </p:sp>
      <p:sp>
        <p:nvSpPr>
          <p:cNvPr id="74" name="Google Shape;74;p51"/>
          <p:cNvSpPr txBox="1">
            <a:spLocks noGrp="1"/>
          </p:cNvSpPr>
          <p:nvPr>
            <p:ph type="title"/>
          </p:nvPr>
        </p:nvSpPr>
        <p:spPr>
          <a:xfrm>
            <a:off x="685800" y="3771901"/>
            <a:ext cx="8420100" cy="183588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4000"/>
              <a:buFont typeface="Arial"/>
              <a:buNone/>
              <a:defRPr sz="4000" b="0">
                <a:solidFill>
                  <a:schemeClr val="lt1"/>
                </a:solidFill>
              </a:defRPr>
            </a:lvl1pPr>
            <a:lvl2pPr lvl="1">
              <a:spcBef>
                <a:spcPts val="33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ubtitle and Picture (Right)">
  <p:cSld name="Subtitle and Picture (Right)">
    <p:spTree>
      <p:nvGrpSpPr>
        <p:cNvPr id="1" name="Shape 75"/>
        <p:cNvGrpSpPr/>
        <p:nvPr/>
      </p:nvGrpSpPr>
      <p:grpSpPr>
        <a:xfrm>
          <a:off x="0" y="0"/>
          <a:ext cx="0" cy="0"/>
          <a:chOff x="0" y="0"/>
          <a:chExt cx="0" cy="0"/>
        </a:xfrm>
      </p:grpSpPr>
      <p:sp>
        <p:nvSpPr>
          <p:cNvPr id="76" name="Google Shape;76;p52"/>
          <p:cNvSpPr>
            <a:spLocks noGrp="1"/>
          </p:cNvSpPr>
          <p:nvPr>
            <p:ph type="pic" idx="2"/>
          </p:nvPr>
        </p:nvSpPr>
        <p:spPr>
          <a:xfrm>
            <a:off x="4891088" y="685800"/>
            <a:ext cx="7300912" cy="5486400"/>
          </a:xfrm>
          <a:prstGeom prst="rect">
            <a:avLst/>
          </a:prstGeom>
          <a:solidFill>
            <a:srgbClr val="C3D1DD"/>
          </a:solidFill>
          <a:ln>
            <a:noFill/>
          </a:ln>
        </p:spPr>
      </p:sp>
      <p:sp>
        <p:nvSpPr>
          <p:cNvPr id="77" name="Google Shape;77;p52"/>
          <p:cNvSpPr txBox="1">
            <a:spLocks noGrp="1"/>
          </p:cNvSpPr>
          <p:nvPr>
            <p:ph type="body" idx="1"/>
          </p:nvPr>
        </p:nvSpPr>
        <p:spPr>
          <a:xfrm>
            <a:off x="685801" y="2325784"/>
            <a:ext cx="3602037" cy="3837537"/>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65760" algn="l">
              <a:lnSpc>
                <a:spcPct val="110000"/>
              </a:lnSpc>
              <a:spcBef>
                <a:spcPts val="2000"/>
              </a:spcBef>
              <a:spcAft>
                <a:spcPts val="0"/>
              </a:spcAft>
              <a:buSzPts val="2160"/>
              <a:buChar char="–"/>
              <a:defRPr/>
            </a:lvl6pPr>
            <a:lvl7pPr marL="3200400" lvl="6" indent="-365760" algn="l">
              <a:lnSpc>
                <a:spcPct val="110000"/>
              </a:lnSpc>
              <a:spcBef>
                <a:spcPts val="2000"/>
              </a:spcBef>
              <a:spcAft>
                <a:spcPts val="0"/>
              </a:spcAft>
              <a:buSzPts val="216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78" name="Google Shape;78;p52"/>
          <p:cNvSpPr txBox="1">
            <a:spLocks noGrp="1"/>
          </p:cNvSpPr>
          <p:nvPr>
            <p:ph type="body" idx="3"/>
          </p:nvPr>
        </p:nvSpPr>
        <p:spPr>
          <a:xfrm>
            <a:off x="685801" y="1657091"/>
            <a:ext cx="3602037" cy="58316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1800"/>
              <a:buNone/>
              <a:defRPr sz="2400" b="1" cap="none"/>
            </a:lvl1pPr>
            <a:lvl2pPr marL="914400" lvl="1" indent="-228600" algn="l">
              <a:lnSpc>
                <a:spcPct val="110000"/>
              </a:lnSpc>
              <a:spcBef>
                <a:spcPts val="2000"/>
              </a:spcBef>
              <a:spcAft>
                <a:spcPts val="0"/>
              </a:spcAft>
              <a:buSzPts val="1800"/>
              <a:buNone/>
              <a:defRPr sz="2000" b="1"/>
            </a:lvl2pPr>
            <a:lvl3pPr marL="1371600" lvl="2" indent="-228600" algn="l">
              <a:lnSpc>
                <a:spcPct val="110000"/>
              </a:lnSpc>
              <a:spcBef>
                <a:spcPts val="2000"/>
              </a:spcBef>
              <a:spcAft>
                <a:spcPts val="0"/>
              </a:spcAft>
              <a:buSzPts val="1800"/>
              <a:buNone/>
              <a:defRPr sz="2000" b="1"/>
            </a:lvl3pPr>
            <a:lvl4pPr marL="1828800" lvl="3" indent="-228600" algn="l">
              <a:lnSpc>
                <a:spcPct val="110000"/>
              </a:lnSpc>
              <a:spcBef>
                <a:spcPts val="2000"/>
              </a:spcBef>
              <a:spcAft>
                <a:spcPts val="0"/>
              </a:spcAft>
              <a:buSzPts val="1800"/>
              <a:buNone/>
              <a:defRPr sz="2000" b="1"/>
            </a:lvl4pPr>
            <a:lvl5pPr marL="2286000" lvl="4" indent="-228600" algn="l">
              <a:lnSpc>
                <a:spcPct val="110000"/>
              </a:lnSpc>
              <a:spcBef>
                <a:spcPts val="2000"/>
              </a:spcBef>
              <a:spcAft>
                <a:spcPts val="0"/>
              </a:spcAft>
              <a:buSzPts val="1800"/>
              <a:buNone/>
              <a:defRPr sz="2000" b="1"/>
            </a:lvl5pPr>
            <a:lvl6pPr marL="2743200" lvl="5" indent="-228600" algn="l">
              <a:lnSpc>
                <a:spcPct val="110000"/>
              </a:lnSpc>
              <a:spcBef>
                <a:spcPts val="2000"/>
              </a:spcBef>
              <a:spcAft>
                <a:spcPts val="0"/>
              </a:spcAft>
              <a:buSzPts val="1800"/>
              <a:buNone/>
              <a:defRPr sz="2000" b="1"/>
            </a:lvl6pPr>
            <a:lvl7pPr marL="3200400" lvl="6" indent="-228600" algn="l">
              <a:lnSpc>
                <a:spcPct val="110000"/>
              </a:lnSpc>
              <a:spcBef>
                <a:spcPts val="2000"/>
              </a:spcBef>
              <a:spcAft>
                <a:spcPts val="0"/>
              </a:spcAft>
              <a:buSzPts val="1800"/>
              <a:buNone/>
              <a:defRPr sz="2000" b="1"/>
            </a:lvl7pPr>
            <a:lvl8pPr marL="3657600" lvl="7" indent="-228600" algn="l">
              <a:lnSpc>
                <a:spcPct val="110000"/>
              </a:lnSpc>
              <a:spcBef>
                <a:spcPts val="2000"/>
              </a:spcBef>
              <a:spcAft>
                <a:spcPts val="0"/>
              </a:spcAft>
              <a:buSzPts val="1800"/>
              <a:buNone/>
              <a:defRPr sz="2000" b="1"/>
            </a:lvl8pPr>
            <a:lvl9pPr marL="4114800" lvl="8" indent="-228600" algn="l">
              <a:lnSpc>
                <a:spcPct val="110000"/>
              </a:lnSpc>
              <a:spcBef>
                <a:spcPts val="2000"/>
              </a:spcBef>
              <a:spcAft>
                <a:spcPts val="2000"/>
              </a:spcAft>
              <a:buSzPts val="1800"/>
              <a:buNone/>
              <a:defRPr sz="2000" b="1"/>
            </a:lvl9pPr>
          </a:lstStyle>
          <a:p>
            <a:endParaRPr/>
          </a:p>
        </p:txBody>
      </p:sp>
      <p:sp>
        <p:nvSpPr>
          <p:cNvPr id="79" name="Google Shape;79;p52"/>
          <p:cNvSpPr txBox="1">
            <a:spLocks noGrp="1"/>
          </p:cNvSpPr>
          <p:nvPr>
            <p:ph type="title"/>
          </p:nvPr>
        </p:nvSpPr>
        <p:spPr>
          <a:xfrm>
            <a:off x="685800" y="621438"/>
            <a:ext cx="3602038"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Banners)">
  <p:cSld name="Two Content (Banners)">
    <p:spTree>
      <p:nvGrpSpPr>
        <p:cNvPr id="1" name="Shape 80"/>
        <p:cNvGrpSpPr/>
        <p:nvPr/>
      </p:nvGrpSpPr>
      <p:grpSpPr>
        <a:xfrm>
          <a:off x="0" y="0"/>
          <a:ext cx="0" cy="0"/>
          <a:chOff x="0" y="0"/>
          <a:chExt cx="0" cy="0"/>
        </a:xfrm>
      </p:grpSpPr>
      <p:sp>
        <p:nvSpPr>
          <p:cNvPr id="81" name="Google Shape;81;p53"/>
          <p:cNvSpPr>
            <a:spLocks noGrp="1"/>
          </p:cNvSpPr>
          <p:nvPr>
            <p:ph type="pic" idx="2"/>
          </p:nvPr>
        </p:nvSpPr>
        <p:spPr>
          <a:xfrm>
            <a:off x="4891088" y="685800"/>
            <a:ext cx="7300912" cy="2400299"/>
          </a:xfrm>
          <a:prstGeom prst="rect">
            <a:avLst/>
          </a:prstGeom>
          <a:solidFill>
            <a:srgbClr val="C3D1DD"/>
          </a:solidFill>
          <a:ln>
            <a:noFill/>
          </a:ln>
        </p:spPr>
      </p:sp>
      <p:sp>
        <p:nvSpPr>
          <p:cNvPr id="82" name="Google Shape;82;p53"/>
          <p:cNvSpPr>
            <a:spLocks noGrp="1"/>
          </p:cNvSpPr>
          <p:nvPr>
            <p:ph type="pic" idx="3"/>
          </p:nvPr>
        </p:nvSpPr>
        <p:spPr>
          <a:xfrm>
            <a:off x="4891088" y="3771902"/>
            <a:ext cx="7300911" cy="2400299"/>
          </a:xfrm>
          <a:prstGeom prst="rect">
            <a:avLst/>
          </a:prstGeom>
          <a:solidFill>
            <a:srgbClr val="C3D1DD"/>
          </a:solidFill>
          <a:ln>
            <a:noFill/>
          </a:ln>
        </p:spPr>
      </p:sp>
      <p:sp>
        <p:nvSpPr>
          <p:cNvPr id="83" name="Google Shape;83;p53"/>
          <p:cNvSpPr txBox="1">
            <a:spLocks noGrp="1"/>
          </p:cNvSpPr>
          <p:nvPr>
            <p:ph type="body" idx="1"/>
          </p:nvPr>
        </p:nvSpPr>
        <p:spPr>
          <a:xfrm>
            <a:off x="685801" y="3690891"/>
            <a:ext cx="3602037" cy="248130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84" name="Google Shape;84;p53"/>
          <p:cNvSpPr txBox="1">
            <a:spLocks noGrp="1"/>
          </p:cNvSpPr>
          <p:nvPr>
            <p:ph type="body" idx="4"/>
          </p:nvPr>
        </p:nvSpPr>
        <p:spPr>
          <a:xfrm>
            <a:off x="685801" y="1633491"/>
            <a:ext cx="3602037" cy="179550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85" name="Google Shape;85;p53"/>
          <p:cNvSpPr txBox="1">
            <a:spLocks noGrp="1"/>
          </p:cNvSpPr>
          <p:nvPr>
            <p:ph type="title"/>
          </p:nvPr>
        </p:nvSpPr>
        <p:spPr>
          <a:xfrm>
            <a:off x="685800" y="621438"/>
            <a:ext cx="3602038"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Topics (Pictures)">
  <p:cSld name="Three Topics (Pictures)">
    <p:spTree>
      <p:nvGrpSpPr>
        <p:cNvPr id="1" name="Shape 86"/>
        <p:cNvGrpSpPr/>
        <p:nvPr/>
      </p:nvGrpSpPr>
      <p:grpSpPr>
        <a:xfrm>
          <a:off x="0" y="0"/>
          <a:ext cx="0" cy="0"/>
          <a:chOff x="0" y="0"/>
          <a:chExt cx="0" cy="0"/>
        </a:xfrm>
      </p:grpSpPr>
      <p:sp>
        <p:nvSpPr>
          <p:cNvPr id="87" name="Google Shape;87;p54"/>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54"/>
          <p:cNvSpPr txBox="1">
            <a:spLocks noGrp="1"/>
          </p:cNvSpPr>
          <p:nvPr>
            <p:ph type="body" idx="1"/>
          </p:nvPr>
        </p:nvSpPr>
        <p:spPr>
          <a:xfrm>
            <a:off x="691046"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89" name="Google Shape;89;p54"/>
          <p:cNvSpPr txBox="1">
            <a:spLocks noGrp="1"/>
          </p:cNvSpPr>
          <p:nvPr>
            <p:ph type="body" idx="2"/>
          </p:nvPr>
        </p:nvSpPr>
        <p:spPr>
          <a:xfrm>
            <a:off x="4495800"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90" name="Google Shape;90;p54"/>
          <p:cNvSpPr txBox="1">
            <a:spLocks noGrp="1"/>
          </p:cNvSpPr>
          <p:nvPr>
            <p:ph type="body" idx="3"/>
          </p:nvPr>
        </p:nvSpPr>
        <p:spPr>
          <a:xfrm>
            <a:off x="8305800"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91" name="Google Shape;91;p54"/>
          <p:cNvSpPr>
            <a:spLocks noGrp="1"/>
          </p:cNvSpPr>
          <p:nvPr>
            <p:ph type="pic" idx="4"/>
          </p:nvPr>
        </p:nvSpPr>
        <p:spPr>
          <a:xfrm>
            <a:off x="691047" y="3787041"/>
            <a:ext cx="3200400" cy="2385160"/>
          </a:xfrm>
          <a:prstGeom prst="rect">
            <a:avLst/>
          </a:prstGeom>
          <a:noFill/>
          <a:ln>
            <a:noFill/>
          </a:ln>
        </p:spPr>
      </p:sp>
      <p:sp>
        <p:nvSpPr>
          <p:cNvPr id="92" name="Google Shape;92;p54"/>
          <p:cNvSpPr>
            <a:spLocks noGrp="1"/>
          </p:cNvSpPr>
          <p:nvPr>
            <p:ph type="pic" idx="5"/>
          </p:nvPr>
        </p:nvSpPr>
        <p:spPr>
          <a:xfrm>
            <a:off x="4495800" y="3787041"/>
            <a:ext cx="3200400" cy="2385160"/>
          </a:xfrm>
          <a:prstGeom prst="rect">
            <a:avLst/>
          </a:prstGeom>
          <a:noFill/>
          <a:ln>
            <a:noFill/>
          </a:ln>
        </p:spPr>
      </p:sp>
      <p:sp>
        <p:nvSpPr>
          <p:cNvPr id="93" name="Google Shape;93;p54"/>
          <p:cNvSpPr>
            <a:spLocks noGrp="1"/>
          </p:cNvSpPr>
          <p:nvPr>
            <p:ph type="pic" idx="6"/>
          </p:nvPr>
        </p:nvSpPr>
        <p:spPr>
          <a:xfrm>
            <a:off x="8305800" y="3787041"/>
            <a:ext cx="3200400" cy="238516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Topics (Picture Bleed)">
  <p:cSld name="Three Topics (Picture Bleed)">
    <p:spTree>
      <p:nvGrpSpPr>
        <p:cNvPr id="1" name="Shape 94"/>
        <p:cNvGrpSpPr/>
        <p:nvPr/>
      </p:nvGrpSpPr>
      <p:grpSpPr>
        <a:xfrm>
          <a:off x="0" y="0"/>
          <a:ext cx="0" cy="0"/>
          <a:chOff x="0" y="0"/>
          <a:chExt cx="0" cy="0"/>
        </a:xfrm>
      </p:grpSpPr>
      <p:sp>
        <p:nvSpPr>
          <p:cNvPr id="95" name="Google Shape;95;p55"/>
          <p:cNvSpPr/>
          <p:nvPr/>
        </p:nvSpPr>
        <p:spPr>
          <a:xfrm>
            <a:off x="11500953" y="6447934"/>
            <a:ext cx="310833" cy="1602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
        <p:nvSpPr>
          <p:cNvPr id="96" name="Google Shape;96;p55"/>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55"/>
          <p:cNvSpPr txBox="1">
            <a:spLocks noGrp="1"/>
          </p:cNvSpPr>
          <p:nvPr>
            <p:ph type="body" idx="1"/>
          </p:nvPr>
        </p:nvSpPr>
        <p:spPr>
          <a:xfrm>
            <a:off x="691046"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228600" algn="l">
              <a:lnSpc>
                <a:spcPct val="110000"/>
              </a:lnSpc>
              <a:spcBef>
                <a:spcPts val="2000"/>
              </a:spcBef>
              <a:spcAft>
                <a:spcPts val="2000"/>
              </a:spcAft>
              <a:buSzPts val="1800"/>
              <a:buFont typeface="Noto Sans Symbols"/>
              <a:buNone/>
              <a:defRPr/>
            </a:lvl9pPr>
          </a:lstStyle>
          <a:p>
            <a:endParaRPr/>
          </a:p>
        </p:txBody>
      </p:sp>
      <p:sp>
        <p:nvSpPr>
          <p:cNvPr id="98" name="Google Shape;98;p55"/>
          <p:cNvSpPr txBox="1">
            <a:spLocks noGrp="1"/>
          </p:cNvSpPr>
          <p:nvPr>
            <p:ph type="body" idx="2"/>
          </p:nvPr>
        </p:nvSpPr>
        <p:spPr>
          <a:xfrm>
            <a:off x="4495800"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99" name="Google Shape;99;p55"/>
          <p:cNvSpPr txBox="1">
            <a:spLocks noGrp="1"/>
          </p:cNvSpPr>
          <p:nvPr>
            <p:ph type="body" idx="3"/>
          </p:nvPr>
        </p:nvSpPr>
        <p:spPr>
          <a:xfrm>
            <a:off x="8305800"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42900" algn="l">
              <a:lnSpc>
                <a:spcPct val="110000"/>
              </a:lnSpc>
              <a:spcBef>
                <a:spcPts val="2000"/>
              </a:spcBef>
              <a:spcAft>
                <a:spcPts val="0"/>
              </a:spcAft>
              <a:buSzPts val="1800"/>
              <a:buFont typeface="Noto Sans Symbols"/>
              <a:buChar char="▪"/>
              <a:defRPr/>
            </a:lvl2pPr>
            <a:lvl3pPr marL="1371600" lvl="2" indent="-342900" algn="l">
              <a:lnSpc>
                <a:spcPct val="110000"/>
              </a:lnSpc>
              <a:spcBef>
                <a:spcPts val="2000"/>
              </a:spcBef>
              <a:spcAft>
                <a:spcPts val="0"/>
              </a:spcAft>
              <a:buSzPts val="1800"/>
              <a:buFont typeface="Noto Sans Symbols"/>
              <a:buChar char="▪"/>
              <a:defRPr/>
            </a:lvl3pPr>
            <a:lvl4pPr marL="1828800" lvl="3" indent="-342900" algn="l">
              <a:lnSpc>
                <a:spcPct val="110000"/>
              </a:lnSpc>
              <a:spcBef>
                <a:spcPts val="2000"/>
              </a:spcBef>
              <a:spcAft>
                <a:spcPts val="0"/>
              </a:spcAft>
              <a:buSzPts val="1800"/>
              <a:buFont typeface="Noto Sans Symbols"/>
              <a:buChar char="▪"/>
              <a:defRPr/>
            </a:lvl4pPr>
            <a:lvl5pPr marL="2286000" lvl="4" indent="-342900" algn="l">
              <a:lnSpc>
                <a:spcPct val="110000"/>
              </a:lnSpc>
              <a:spcBef>
                <a:spcPts val="2000"/>
              </a:spcBef>
              <a:spcAft>
                <a:spcPts val="0"/>
              </a:spcAft>
              <a:buSzPts val="1800"/>
              <a:buFont typeface="Noto Sans Symbols"/>
              <a:buChar char="▪"/>
              <a:defRPr/>
            </a:lvl5pPr>
            <a:lvl6pPr marL="2743200" lvl="5" indent="-342900" algn="l">
              <a:lnSpc>
                <a:spcPct val="110000"/>
              </a:lnSpc>
              <a:spcBef>
                <a:spcPts val="2000"/>
              </a:spcBef>
              <a:spcAft>
                <a:spcPts val="0"/>
              </a:spcAft>
              <a:buSzPts val="1800"/>
              <a:buFont typeface="Noto Sans Symbols"/>
              <a:buChar char="▪"/>
              <a:defRPr/>
            </a:lvl6pPr>
            <a:lvl7pPr marL="3200400" lvl="6" indent="-342900" algn="l">
              <a:lnSpc>
                <a:spcPct val="110000"/>
              </a:lnSpc>
              <a:spcBef>
                <a:spcPts val="2000"/>
              </a:spcBef>
              <a:spcAft>
                <a:spcPts val="0"/>
              </a:spcAft>
              <a:buSzPts val="1800"/>
              <a:buFont typeface="Noto Sans Symbols"/>
              <a:buChar char="▪"/>
              <a:defRPr/>
            </a:lvl7pPr>
            <a:lvl8pPr marL="3657600" lvl="7" indent="-342900" algn="l">
              <a:lnSpc>
                <a:spcPct val="110000"/>
              </a:lnSpc>
              <a:spcBef>
                <a:spcPts val="2000"/>
              </a:spcBef>
              <a:spcAft>
                <a:spcPts val="0"/>
              </a:spcAft>
              <a:buSzPts val="1800"/>
              <a:buFont typeface="Noto Sans Symbols"/>
              <a:buChar char="▪"/>
              <a:defRPr/>
            </a:lvl8pPr>
            <a:lvl9pPr marL="4114800" lvl="8" indent="-342900" algn="l">
              <a:lnSpc>
                <a:spcPct val="110000"/>
              </a:lnSpc>
              <a:spcBef>
                <a:spcPts val="2000"/>
              </a:spcBef>
              <a:spcAft>
                <a:spcPts val="2000"/>
              </a:spcAft>
              <a:buSzPts val="1800"/>
              <a:buFont typeface="Noto Sans Symbols"/>
              <a:buChar char="▪"/>
              <a:defRPr/>
            </a:lvl9pPr>
          </a:lstStyle>
          <a:p>
            <a:endParaRPr/>
          </a:p>
        </p:txBody>
      </p:sp>
      <p:sp>
        <p:nvSpPr>
          <p:cNvPr id="100" name="Google Shape;100;p55"/>
          <p:cNvSpPr>
            <a:spLocks noGrp="1"/>
          </p:cNvSpPr>
          <p:nvPr>
            <p:ph type="pic" idx="4"/>
          </p:nvPr>
        </p:nvSpPr>
        <p:spPr>
          <a:xfrm>
            <a:off x="691047" y="3787040"/>
            <a:ext cx="3200400" cy="3070959"/>
          </a:xfrm>
          <a:prstGeom prst="rect">
            <a:avLst/>
          </a:prstGeom>
          <a:solidFill>
            <a:srgbClr val="C3D1DD"/>
          </a:solidFill>
          <a:ln>
            <a:noFill/>
          </a:ln>
        </p:spPr>
      </p:sp>
      <p:sp>
        <p:nvSpPr>
          <p:cNvPr id="101" name="Google Shape;101;p55"/>
          <p:cNvSpPr>
            <a:spLocks noGrp="1"/>
          </p:cNvSpPr>
          <p:nvPr>
            <p:ph type="pic" idx="5"/>
          </p:nvPr>
        </p:nvSpPr>
        <p:spPr>
          <a:xfrm>
            <a:off x="4495800" y="3787040"/>
            <a:ext cx="3200400" cy="3070959"/>
          </a:xfrm>
          <a:prstGeom prst="rect">
            <a:avLst/>
          </a:prstGeom>
          <a:solidFill>
            <a:srgbClr val="C3D1DD"/>
          </a:solidFill>
          <a:ln>
            <a:noFill/>
          </a:ln>
        </p:spPr>
      </p:sp>
      <p:sp>
        <p:nvSpPr>
          <p:cNvPr id="102" name="Google Shape;102;p55"/>
          <p:cNvSpPr>
            <a:spLocks noGrp="1"/>
          </p:cNvSpPr>
          <p:nvPr>
            <p:ph type="pic" idx="6"/>
          </p:nvPr>
        </p:nvSpPr>
        <p:spPr>
          <a:xfrm>
            <a:off x="8305800" y="3787041"/>
            <a:ext cx="3200400" cy="3070958"/>
          </a:xfrm>
          <a:prstGeom prst="rect">
            <a:avLst/>
          </a:prstGeom>
          <a:solidFill>
            <a:srgbClr val="C3D1DD"/>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bg>
      <p:bgPr>
        <a:solidFill>
          <a:schemeClr val="lt1"/>
        </a:solidFill>
        <a:effectLst/>
      </p:bgPr>
    </p:bg>
    <p:spTree>
      <p:nvGrpSpPr>
        <p:cNvPr id="1" name="Shape 103"/>
        <p:cNvGrpSpPr/>
        <p:nvPr/>
      </p:nvGrpSpPr>
      <p:grpSpPr>
        <a:xfrm>
          <a:off x="0" y="0"/>
          <a:ext cx="0" cy="0"/>
          <a:chOff x="0" y="0"/>
          <a:chExt cx="0" cy="0"/>
        </a:xfrm>
      </p:grpSpPr>
      <p:sp>
        <p:nvSpPr>
          <p:cNvPr id="104" name="Google Shape;104;p56"/>
          <p:cNvSpPr/>
          <p:nvPr/>
        </p:nvSpPr>
        <p:spPr>
          <a:xfrm>
            <a:off x="6096000" y="0"/>
            <a:ext cx="6096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56"/>
          <p:cNvSpPr txBox="1">
            <a:spLocks noGrp="1"/>
          </p:cNvSpPr>
          <p:nvPr>
            <p:ph type="body" idx="1"/>
          </p:nvPr>
        </p:nvSpPr>
        <p:spPr>
          <a:xfrm>
            <a:off x="0" y="0"/>
            <a:ext cx="7307262" cy="3429000"/>
          </a:xfrm>
          <a:prstGeom prst="rect">
            <a:avLst/>
          </a:prstGeom>
          <a:solidFill>
            <a:srgbClr val="C3D1DD"/>
          </a:solidFill>
          <a:ln>
            <a:noFill/>
          </a:ln>
        </p:spPr>
        <p:txBody>
          <a:bodyPr spcFirstLastPara="1" wrap="square" lIns="0" tIns="914400" rIns="0" bIns="0" anchor="t" anchorCtr="0">
            <a:noAutofit/>
          </a:bodyPr>
          <a:lstStyle>
            <a:lvl1pPr marL="457200" lvl="0" indent="-361950" algn="ctr">
              <a:lnSpc>
                <a:spcPct val="110000"/>
              </a:lnSpc>
              <a:spcBef>
                <a:spcPts val="0"/>
              </a:spcBef>
              <a:spcAft>
                <a:spcPts val="0"/>
              </a:spcAft>
              <a:buSzPts val="2100"/>
              <a:buFont typeface="Arial"/>
              <a:buChar char=" "/>
              <a:defRPr sz="2800"/>
            </a:lvl1pPr>
            <a:lvl2pPr marL="914400" lvl="1" indent="-388619" algn="l">
              <a:lnSpc>
                <a:spcPct val="110000"/>
              </a:lnSpc>
              <a:spcBef>
                <a:spcPts val="2000"/>
              </a:spcBef>
              <a:spcAft>
                <a:spcPts val="0"/>
              </a:spcAft>
              <a:buSzPts val="2520"/>
              <a:buChar char="–"/>
              <a:defRPr sz="2800"/>
            </a:lvl2pPr>
            <a:lvl3pPr marL="1371600" lvl="2" indent="-365760" algn="l">
              <a:lnSpc>
                <a:spcPct val="110000"/>
              </a:lnSpc>
              <a:spcBef>
                <a:spcPts val="2000"/>
              </a:spcBef>
              <a:spcAft>
                <a:spcPts val="0"/>
              </a:spcAft>
              <a:buSzPts val="2160"/>
              <a:buChar char="–"/>
              <a:defRPr sz="2400"/>
            </a:lvl3pPr>
            <a:lvl4pPr marL="1828800" lvl="3" indent="-365760" algn="l">
              <a:lnSpc>
                <a:spcPct val="110000"/>
              </a:lnSpc>
              <a:spcBef>
                <a:spcPts val="2000"/>
              </a:spcBef>
              <a:spcAft>
                <a:spcPts val="0"/>
              </a:spcAft>
              <a:buSzPts val="2160"/>
              <a:buChar char="–"/>
              <a:defRPr sz="2400"/>
            </a:lvl4pPr>
            <a:lvl5pPr marL="2286000" lvl="4" indent="-365760" algn="l">
              <a:lnSpc>
                <a:spcPct val="110000"/>
              </a:lnSpc>
              <a:spcBef>
                <a:spcPts val="2000"/>
              </a:spcBef>
              <a:spcAft>
                <a:spcPts val="0"/>
              </a:spcAft>
              <a:buSzPts val="2160"/>
              <a:buChar char="–"/>
              <a:defRPr sz="2400"/>
            </a:lvl5pPr>
            <a:lvl6pPr marL="2743200" lvl="5" indent="-342900" algn="l">
              <a:lnSpc>
                <a:spcPct val="110000"/>
              </a:lnSpc>
              <a:spcBef>
                <a:spcPts val="2000"/>
              </a:spcBef>
              <a:spcAft>
                <a:spcPts val="0"/>
              </a:spcAft>
              <a:buSzPts val="1800"/>
              <a:buChar char="–"/>
              <a:defRPr sz="2000"/>
            </a:lvl6pPr>
            <a:lvl7pPr marL="3200400" lvl="6" indent="-342900" algn="l">
              <a:lnSpc>
                <a:spcPct val="110000"/>
              </a:lnSpc>
              <a:spcBef>
                <a:spcPts val="2000"/>
              </a:spcBef>
              <a:spcAft>
                <a:spcPts val="0"/>
              </a:spcAft>
              <a:buSzPts val="1800"/>
              <a:buChar char="–"/>
              <a:defRPr sz="2000"/>
            </a:lvl7pPr>
            <a:lvl8pPr marL="3657600" lvl="7" indent="-342900" algn="l">
              <a:lnSpc>
                <a:spcPct val="110000"/>
              </a:lnSpc>
              <a:spcBef>
                <a:spcPts val="2000"/>
              </a:spcBef>
              <a:spcAft>
                <a:spcPts val="0"/>
              </a:spcAft>
              <a:buSzPts val="1800"/>
              <a:buChar char="–"/>
              <a:defRPr sz="2000"/>
            </a:lvl8pPr>
            <a:lvl9pPr marL="4114800" lvl="8" indent="-342900" algn="l">
              <a:lnSpc>
                <a:spcPct val="110000"/>
              </a:lnSpc>
              <a:spcBef>
                <a:spcPts val="2000"/>
              </a:spcBef>
              <a:spcAft>
                <a:spcPts val="2000"/>
              </a:spcAft>
              <a:buSzPts val="1800"/>
              <a:buChar char="–"/>
              <a:defRPr sz="2000"/>
            </a:lvl9pPr>
          </a:lstStyle>
          <a:p>
            <a:endParaRPr/>
          </a:p>
        </p:txBody>
      </p:sp>
      <p:sp>
        <p:nvSpPr>
          <p:cNvPr id="106" name="Google Shape;106;p56"/>
          <p:cNvSpPr txBox="1">
            <a:spLocks noGrp="1"/>
          </p:cNvSpPr>
          <p:nvPr>
            <p:ph type="body" idx="2"/>
          </p:nvPr>
        </p:nvSpPr>
        <p:spPr>
          <a:xfrm>
            <a:off x="685803" y="4773990"/>
            <a:ext cx="5136500" cy="1398210"/>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Clr>
                <a:schemeClr val="dk1"/>
              </a:buClr>
              <a:buSzPts val="2100"/>
              <a:buFont typeface="Noto Sans Symbols"/>
              <a:buNone/>
              <a:defRPr sz="2800" b="0">
                <a:solidFill>
                  <a:schemeClr val="dk1"/>
                </a:solidFill>
              </a:defRPr>
            </a:lvl1pPr>
            <a:lvl2pPr marL="914400" lvl="1" indent="-228600" algn="l">
              <a:lnSpc>
                <a:spcPct val="110000"/>
              </a:lnSpc>
              <a:spcBef>
                <a:spcPts val="2000"/>
              </a:spcBef>
              <a:spcAft>
                <a:spcPts val="0"/>
              </a:spcAft>
              <a:buSzPts val="2160"/>
              <a:buFont typeface="Arial"/>
              <a:buNone/>
              <a:defRPr sz="2400"/>
            </a:lvl2pPr>
            <a:lvl3pPr marL="1371600" lvl="2" indent="-228600" algn="l">
              <a:lnSpc>
                <a:spcPct val="110000"/>
              </a:lnSpc>
              <a:spcBef>
                <a:spcPts val="1800"/>
              </a:spcBef>
              <a:spcAft>
                <a:spcPts val="0"/>
              </a:spcAft>
              <a:buSzPts val="2160"/>
              <a:buFont typeface="Arial"/>
              <a:buNone/>
              <a:defRPr sz="2400"/>
            </a:lvl3pPr>
            <a:lvl4pPr marL="1828800" lvl="3" indent="-228600" algn="l">
              <a:lnSpc>
                <a:spcPct val="110000"/>
              </a:lnSpc>
              <a:spcBef>
                <a:spcPts val="1800"/>
              </a:spcBef>
              <a:spcAft>
                <a:spcPts val="0"/>
              </a:spcAft>
              <a:buSzPts val="2160"/>
              <a:buFont typeface="Arial"/>
              <a:buNone/>
              <a:defRPr sz="2400"/>
            </a:lvl4pPr>
            <a:lvl5pPr marL="2286000" lvl="4" indent="-228600" algn="l">
              <a:lnSpc>
                <a:spcPct val="110000"/>
              </a:lnSpc>
              <a:spcBef>
                <a:spcPts val="1800"/>
              </a:spcBef>
              <a:spcAft>
                <a:spcPts val="0"/>
              </a:spcAft>
              <a:buSzPts val="2160"/>
              <a:buFont typeface="Arial"/>
              <a:buNone/>
              <a:defRPr sz="2400"/>
            </a:lvl5pPr>
            <a:lvl6pPr marL="2743200" lvl="5" indent="-228600" algn="l">
              <a:lnSpc>
                <a:spcPct val="110000"/>
              </a:lnSpc>
              <a:spcBef>
                <a:spcPts val="1800"/>
              </a:spcBef>
              <a:spcAft>
                <a:spcPts val="0"/>
              </a:spcAft>
              <a:buSzPts val="2160"/>
              <a:buFont typeface="Arial"/>
              <a:buNone/>
              <a:defRPr sz="2400"/>
            </a:lvl6pPr>
            <a:lvl7pPr marL="3200400" lvl="6" indent="-228600" algn="l">
              <a:lnSpc>
                <a:spcPct val="110000"/>
              </a:lnSpc>
              <a:spcBef>
                <a:spcPts val="1800"/>
              </a:spcBef>
              <a:spcAft>
                <a:spcPts val="0"/>
              </a:spcAft>
              <a:buSzPts val="2160"/>
              <a:buFont typeface="Arial"/>
              <a:buNone/>
              <a:defRPr sz="2400"/>
            </a:lvl7pPr>
            <a:lvl8pPr marL="3657600" lvl="7" indent="-228600" algn="l">
              <a:lnSpc>
                <a:spcPct val="110000"/>
              </a:lnSpc>
              <a:spcBef>
                <a:spcPts val="1800"/>
              </a:spcBef>
              <a:spcAft>
                <a:spcPts val="0"/>
              </a:spcAft>
              <a:buSzPts val="2160"/>
              <a:buFont typeface="Arial"/>
              <a:buNone/>
              <a:defRPr sz="2400"/>
            </a:lvl8pPr>
            <a:lvl9pPr marL="4114800" lvl="8" indent="-228600" algn="l">
              <a:lnSpc>
                <a:spcPct val="110000"/>
              </a:lnSpc>
              <a:spcBef>
                <a:spcPts val="1800"/>
              </a:spcBef>
              <a:spcAft>
                <a:spcPts val="1800"/>
              </a:spcAft>
              <a:buSzPts val="2160"/>
              <a:buFont typeface="Arial"/>
              <a:buNone/>
              <a:defRPr sz="2400"/>
            </a:lvl9pPr>
          </a:lstStyle>
          <a:p>
            <a:endParaRPr/>
          </a:p>
        </p:txBody>
      </p:sp>
      <p:sp>
        <p:nvSpPr>
          <p:cNvPr id="107" name="Google Shape;107;p56"/>
          <p:cNvSpPr txBox="1">
            <a:spLocks noGrp="1"/>
          </p:cNvSpPr>
          <p:nvPr>
            <p:ph type="title"/>
          </p:nvPr>
        </p:nvSpPr>
        <p:spPr>
          <a:xfrm>
            <a:off x="685802" y="3771900"/>
            <a:ext cx="513650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Photo Overlay)">
  <p:cSld name="Title and Content (Photo Overlay)">
    <p:spTree>
      <p:nvGrpSpPr>
        <p:cNvPr id="1" name="Shape 108"/>
        <p:cNvGrpSpPr/>
        <p:nvPr/>
      </p:nvGrpSpPr>
      <p:grpSpPr>
        <a:xfrm>
          <a:off x="0" y="0"/>
          <a:ext cx="0" cy="0"/>
          <a:chOff x="0" y="0"/>
          <a:chExt cx="0" cy="0"/>
        </a:xfrm>
      </p:grpSpPr>
      <p:sp>
        <p:nvSpPr>
          <p:cNvPr id="109" name="Google Shape;109;p57"/>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0" name="Google Shape;110;p57"/>
          <p:cNvSpPr>
            <a:spLocks noGrp="1"/>
          </p:cNvSpPr>
          <p:nvPr>
            <p:ph type="pic" idx="2"/>
          </p:nvPr>
        </p:nvSpPr>
        <p:spPr>
          <a:xfrm>
            <a:off x="4891088" y="685800"/>
            <a:ext cx="7300911" cy="5486400"/>
          </a:xfrm>
          <a:prstGeom prst="rect">
            <a:avLst/>
          </a:prstGeom>
          <a:solidFill>
            <a:srgbClr val="C3D1DD"/>
          </a:solidFill>
          <a:ln>
            <a:noFill/>
          </a:ln>
        </p:spPr>
      </p:sp>
      <p:sp>
        <p:nvSpPr>
          <p:cNvPr id="111" name="Google Shape;111;p57"/>
          <p:cNvSpPr txBox="1">
            <a:spLocks noGrp="1"/>
          </p:cNvSpPr>
          <p:nvPr>
            <p:ph type="body" idx="1"/>
          </p:nvPr>
        </p:nvSpPr>
        <p:spPr>
          <a:xfrm>
            <a:off x="685801" y="1633491"/>
            <a:ext cx="3602037"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31470" algn="l">
              <a:lnSpc>
                <a:spcPct val="110000"/>
              </a:lnSpc>
              <a:spcBef>
                <a:spcPts val="2000"/>
              </a:spcBef>
              <a:spcAft>
                <a:spcPts val="0"/>
              </a:spcAft>
              <a:buSzPts val="1620"/>
              <a:buChar char="–"/>
              <a:defRPr/>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112" name="Google Shape;112;p57"/>
          <p:cNvSpPr txBox="1">
            <a:spLocks noGrp="1"/>
          </p:cNvSpPr>
          <p:nvPr>
            <p:ph type="title"/>
          </p:nvPr>
        </p:nvSpPr>
        <p:spPr>
          <a:xfrm>
            <a:off x="685800" y="621438"/>
            <a:ext cx="3602038"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ubtitle and Title">
  <p:cSld name="Subtitle and Title">
    <p:spTree>
      <p:nvGrpSpPr>
        <p:cNvPr id="1" name="Shape 113"/>
        <p:cNvGrpSpPr/>
        <p:nvPr/>
      </p:nvGrpSpPr>
      <p:grpSpPr>
        <a:xfrm>
          <a:off x="0" y="0"/>
          <a:ext cx="0" cy="0"/>
          <a:chOff x="0" y="0"/>
          <a:chExt cx="0" cy="0"/>
        </a:xfrm>
      </p:grpSpPr>
      <p:sp>
        <p:nvSpPr>
          <p:cNvPr id="114" name="Google Shape;114;p58"/>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58"/>
          <p:cNvSpPr txBox="1">
            <a:spLocks noGrp="1"/>
          </p:cNvSpPr>
          <p:nvPr>
            <p:ph type="body" idx="1"/>
          </p:nvPr>
        </p:nvSpPr>
        <p:spPr>
          <a:xfrm>
            <a:off x="685800" y="1657091"/>
            <a:ext cx="10820400" cy="58316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sz="2400" b="1" cap="none"/>
            </a:lvl1pPr>
            <a:lvl2pPr marL="914400" lvl="1" indent="-228600" algn="l">
              <a:lnSpc>
                <a:spcPct val="100000"/>
              </a:lnSpc>
              <a:spcBef>
                <a:spcPts val="0"/>
              </a:spcBef>
              <a:spcAft>
                <a:spcPts val="0"/>
              </a:spcAft>
              <a:buSzPts val="1800"/>
              <a:buNone/>
              <a:defRPr sz="2000" b="1" cap="none"/>
            </a:lvl2pPr>
            <a:lvl3pPr marL="1371600" lvl="2" indent="-228600" algn="l">
              <a:lnSpc>
                <a:spcPct val="100000"/>
              </a:lnSpc>
              <a:spcBef>
                <a:spcPts val="0"/>
              </a:spcBef>
              <a:spcAft>
                <a:spcPts val="0"/>
              </a:spcAft>
              <a:buSzPts val="1800"/>
              <a:buNone/>
              <a:defRPr sz="2000" b="1" cap="none"/>
            </a:lvl3pPr>
            <a:lvl4pPr marL="1828800" lvl="3" indent="-228600" algn="l">
              <a:lnSpc>
                <a:spcPct val="100000"/>
              </a:lnSpc>
              <a:spcBef>
                <a:spcPts val="0"/>
              </a:spcBef>
              <a:spcAft>
                <a:spcPts val="0"/>
              </a:spcAft>
              <a:buSzPts val="1800"/>
              <a:buNone/>
              <a:defRPr sz="2000" b="1" cap="none"/>
            </a:lvl4pPr>
            <a:lvl5pPr marL="2286000" lvl="4" indent="-228600" algn="l">
              <a:lnSpc>
                <a:spcPct val="100000"/>
              </a:lnSpc>
              <a:spcBef>
                <a:spcPts val="0"/>
              </a:spcBef>
              <a:spcAft>
                <a:spcPts val="0"/>
              </a:spcAft>
              <a:buSzPts val="1800"/>
              <a:buNone/>
              <a:defRPr sz="2000" b="1" cap="none"/>
            </a:lvl5pPr>
            <a:lvl6pPr marL="2743200" lvl="5" indent="-228600" algn="l">
              <a:lnSpc>
                <a:spcPct val="100000"/>
              </a:lnSpc>
              <a:spcBef>
                <a:spcPts val="0"/>
              </a:spcBef>
              <a:spcAft>
                <a:spcPts val="0"/>
              </a:spcAft>
              <a:buSzPts val="1800"/>
              <a:buNone/>
              <a:defRPr sz="2000" b="1" cap="none"/>
            </a:lvl6pPr>
            <a:lvl7pPr marL="3200400" lvl="6" indent="-228600" algn="l">
              <a:lnSpc>
                <a:spcPct val="100000"/>
              </a:lnSpc>
              <a:spcBef>
                <a:spcPts val="0"/>
              </a:spcBef>
              <a:spcAft>
                <a:spcPts val="0"/>
              </a:spcAft>
              <a:buSzPts val="1800"/>
              <a:buNone/>
              <a:defRPr sz="2000" b="1" cap="none"/>
            </a:lvl7pPr>
            <a:lvl8pPr marL="3657600" lvl="7" indent="-228600" algn="l">
              <a:lnSpc>
                <a:spcPct val="100000"/>
              </a:lnSpc>
              <a:spcBef>
                <a:spcPts val="0"/>
              </a:spcBef>
              <a:spcAft>
                <a:spcPts val="0"/>
              </a:spcAft>
              <a:buSzPts val="1800"/>
              <a:buNone/>
              <a:defRPr sz="2000" b="1" cap="none"/>
            </a:lvl8pPr>
            <a:lvl9pPr marL="4114800" lvl="8" indent="-228600" algn="l">
              <a:lnSpc>
                <a:spcPct val="100000"/>
              </a:lnSpc>
              <a:spcBef>
                <a:spcPts val="0"/>
              </a:spcBef>
              <a:spcAft>
                <a:spcPts val="0"/>
              </a:spcAft>
              <a:buSzPts val="1800"/>
              <a:buNone/>
              <a:defRPr sz="2000" b="1" cap="none"/>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116"/>
        <p:cNvGrpSpPr/>
        <p:nvPr/>
      </p:nvGrpSpPr>
      <p:grpSpPr>
        <a:xfrm>
          <a:off x="0" y="0"/>
          <a:ext cx="0" cy="0"/>
          <a:chOff x="0" y="0"/>
          <a:chExt cx="0" cy="0"/>
        </a:xfrm>
      </p:grpSpPr>
      <p:sp>
        <p:nvSpPr>
          <p:cNvPr id="117" name="Google Shape;117;p59"/>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imple Topic">
  <p:cSld name="Simple Topic">
    <p:spTree>
      <p:nvGrpSpPr>
        <p:cNvPr id="1" name="Shape 118"/>
        <p:cNvGrpSpPr/>
        <p:nvPr/>
      </p:nvGrpSpPr>
      <p:grpSpPr>
        <a:xfrm>
          <a:off x="0" y="0"/>
          <a:ext cx="0" cy="0"/>
          <a:chOff x="0" y="0"/>
          <a:chExt cx="0" cy="0"/>
        </a:xfrm>
      </p:grpSpPr>
      <p:sp>
        <p:nvSpPr>
          <p:cNvPr id="119" name="Google Shape;119;p60"/>
          <p:cNvSpPr txBox="1">
            <a:spLocks noGrp="1"/>
          </p:cNvSpPr>
          <p:nvPr>
            <p:ph type="title"/>
          </p:nvPr>
        </p:nvSpPr>
        <p:spPr>
          <a:xfrm>
            <a:off x="685801" y="2400300"/>
            <a:ext cx="7215187" cy="37718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2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60"/>
          <p:cNvSpPr txBox="1">
            <a:spLocks noGrp="1"/>
          </p:cNvSpPr>
          <p:nvPr>
            <p:ph type="body" idx="1"/>
          </p:nvPr>
        </p:nvSpPr>
        <p:spPr>
          <a:xfrm>
            <a:off x="685802" y="685802"/>
            <a:ext cx="7215185" cy="1349476"/>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SzPts val="1800"/>
              <a:buNone/>
              <a:defRPr sz="2400" cap="none"/>
            </a:lvl1pPr>
            <a:lvl2pPr marL="914400" lvl="1" indent="-228600" algn="l">
              <a:lnSpc>
                <a:spcPct val="110000"/>
              </a:lnSpc>
              <a:spcBef>
                <a:spcPts val="2000"/>
              </a:spcBef>
              <a:spcAft>
                <a:spcPts val="0"/>
              </a:spcAft>
              <a:buSzPts val="1800"/>
              <a:buNone/>
              <a:defRPr sz="2000"/>
            </a:lvl2pPr>
            <a:lvl3pPr marL="1371600" lvl="2" indent="-228600" algn="l">
              <a:lnSpc>
                <a:spcPct val="110000"/>
              </a:lnSpc>
              <a:spcBef>
                <a:spcPts val="2000"/>
              </a:spcBef>
              <a:spcAft>
                <a:spcPts val="0"/>
              </a:spcAft>
              <a:buSzPts val="1800"/>
              <a:buNone/>
              <a:defRPr sz="2000"/>
            </a:lvl3pPr>
            <a:lvl4pPr marL="1828800" lvl="3" indent="-228600" algn="l">
              <a:lnSpc>
                <a:spcPct val="110000"/>
              </a:lnSpc>
              <a:spcBef>
                <a:spcPts val="2000"/>
              </a:spcBef>
              <a:spcAft>
                <a:spcPts val="0"/>
              </a:spcAft>
              <a:buSzPts val="1800"/>
              <a:buNone/>
              <a:defRPr sz="2000"/>
            </a:lvl4pPr>
            <a:lvl5pPr marL="2286000" lvl="4" indent="-228600" algn="l">
              <a:lnSpc>
                <a:spcPct val="110000"/>
              </a:lnSpc>
              <a:spcBef>
                <a:spcPts val="2000"/>
              </a:spcBef>
              <a:spcAft>
                <a:spcPts val="0"/>
              </a:spcAft>
              <a:buSzPts val="1800"/>
              <a:buNone/>
              <a:defRPr sz="2000"/>
            </a:lvl5pPr>
            <a:lvl6pPr marL="2743200" lvl="5" indent="-228600" algn="l">
              <a:lnSpc>
                <a:spcPct val="110000"/>
              </a:lnSpc>
              <a:spcBef>
                <a:spcPts val="2000"/>
              </a:spcBef>
              <a:spcAft>
                <a:spcPts val="0"/>
              </a:spcAft>
              <a:buSzPts val="1800"/>
              <a:buNone/>
              <a:defRPr sz="2000"/>
            </a:lvl6pPr>
            <a:lvl7pPr marL="3200400" lvl="6" indent="-228600" algn="l">
              <a:lnSpc>
                <a:spcPct val="110000"/>
              </a:lnSpc>
              <a:spcBef>
                <a:spcPts val="2000"/>
              </a:spcBef>
              <a:spcAft>
                <a:spcPts val="0"/>
              </a:spcAft>
              <a:buSzPts val="1800"/>
              <a:buNone/>
              <a:defRPr sz="2000"/>
            </a:lvl7pPr>
            <a:lvl8pPr marL="3657600" lvl="7" indent="-228600" algn="l">
              <a:lnSpc>
                <a:spcPct val="110000"/>
              </a:lnSpc>
              <a:spcBef>
                <a:spcPts val="2000"/>
              </a:spcBef>
              <a:spcAft>
                <a:spcPts val="0"/>
              </a:spcAft>
              <a:buSzPts val="1800"/>
              <a:buNone/>
              <a:defRPr sz="2000"/>
            </a:lvl8pPr>
            <a:lvl9pPr marL="4114800" lvl="8" indent="-228600" algn="l">
              <a:lnSpc>
                <a:spcPct val="110000"/>
              </a:lnSpc>
              <a:spcBef>
                <a:spcPts val="2000"/>
              </a:spcBef>
              <a:spcAft>
                <a:spcPts val="2000"/>
              </a:spcAft>
              <a:buSzPts val="1800"/>
              <a:buNone/>
              <a:defRPr sz="20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ata Chart (Simple Topic)">
  <p:cSld name="Data Chart (Simple Topic)">
    <p:spTree>
      <p:nvGrpSpPr>
        <p:cNvPr id="1" name="Shape 121"/>
        <p:cNvGrpSpPr/>
        <p:nvPr/>
      </p:nvGrpSpPr>
      <p:grpSpPr>
        <a:xfrm>
          <a:off x="0" y="0"/>
          <a:ext cx="0" cy="0"/>
          <a:chOff x="0" y="0"/>
          <a:chExt cx="0" cy="0"/>
        </a:xfrm>
      </p:grpSpPr>
      <p:sp>
        <p:nvSpPr>
          <p:cNvPr id="122" name="Google Shape;122;p61"/>
          <p:cNvSpPr txBox="1">
            <a:spLocks noGrp="1"/>
          </p:cNvSpPr>
          <p:nvPr>
            <p:ph type="title"/>
          </p:nvPr>
        </p:nvSpPr>
        <p:spPr>
          <a:xfrm>
            <a:off x="685801" y="2400300"/>
            <a:ext cx="3602037" cy="37718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61"/>
          <p:cNvSpPr txBox="1">
            <a:spLocks noGrp="1"/>
          </p:cNvSpPr>
          <p:nvPr>
            <p:ph type="body" idx="1"/>
          </p:nvPr>
        </p:nvSpPr>
        <p:spPr>
          <a:xfrm>
            <a:off x="685803" y="685802"/>
            <a:ext cx="3602036" cy="1349475"/>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SzPts val="1800"/>
              <a:buNone/>
              <a:defRPr sz="2400" cap="none"/>
            </a:lvl1pPr>
            <a:lvl2pPr marL="914400" lvl="1" indent="-228600" algn="l">
              <a:lnSpc>
                <a:spcPct val="110000"/>
              </a:lnSpc>
              <a:spcBef>
                <a:spcPts val="2000"/>
              </a:spcBef>
              <a:spcAft>
                <a:spcPts val="0"/>
              </a:spcAft>
              <a:buSzPts val="1800"/>
              <a:buNone/>
              <a:defRPr sz="2000"/>
            </a:lvl2pPr>
            <a:lvl3pPr marL="1371600" lvl="2" indent="-228600" algn="l">
              <a:lnSpc>
                <a:spcPct val="110000"/>
              </a:lnSpc>
              <a:spcBef>
                <a:spcPts val="2000"/>
              </a:spcBef>
              <a:spcAft>
                <a:spcPts val="0"/>
              </a:spcAft>
              <a:buSzPts val="1800"/>
              <a:buNone/>
              <a:defRPr sz="2000"/>
            </a:lvl3pPr>
            <a:lvl4pPr marL="1828800" lvl="3" indent="-228600" algn="l">
              <a:lnSpc>
                <a:spcPct val="110000"/>
              </a:lnSpc>
              <a:spcBef>
                <a:spcPts val="2000"/>
              </a:spcBef>
              <a:spcAft>
                <a:spcPts val="0"/>
              </a:spcAft>
              <a:buSzPts val="1800"/>
              <a:buNone/>
              <a:defRPr sz="2000"/>
            </a:lvl4pPr>
            <a:lvl5pPr marL="2286000" lvl="4" indent="-228600" algn="l">
              <a:lnSpc>
                <a:spcPct val="110000"/>
              </a:lnSpc>
              <a:spcBef>
                <a:spcPts val="2000"/>
              </a:spcBef>
              <a:spcAft>
                <a:spcPts val="0"/>
              </a:spcAft>
              <a:buSzPts val="1800"/>
              <a:buNone/>
              <a:defRPr sz="2000"/>
            </a:lvl5pPr>
            <a:lvl6pPr marL="2743200" lvl="5" indent="-228600" algn="l">
              <a:lnSpc>
                <a:spcPct val="110000"/>
              </a:lnSpc>
              <a:spcBef>
                <a:spcPts val="2000"/>
              </a:spcBef>
              <a:spcAft>
                <a:spcPts val="0"/>
              </a:spcAft>
              <a:buSzPts val="1800"/>
              <a:buNone/>
              <a:defRPr sz="2000"/>
            </a:lvl6pPr>
            <a:lvl7pPr marL="3200400" lvl="6" indent="-228600" algn="l">
              <a:lnSpc>
                <a:spcPct val="110000"/>
              </a:lnSpc>
              <a:spcBef>
                <a:spcPts val="2000"/>
              </a:spcBef>
              <a:spcAft>
                <a:spcPts val="0"/>
              </a:spcAft>
              <a:buSzPts val="1800"/>
              <a:buNone/>
              <a:defRPr sz="2000"/>
            </a:lvl7pPr>
            <a:lvl8pPr marL="3657600" lvl="7" indent="-228600" algn="l">
              <a:lnSpc>
                <a:spcPct val="110000"/>
              </a:lnSpc>
              <a:spcBef>
                <a:spcPts val="2000"/>
              </a:spcBef>
              <a:spcAft>
                <a:spcPts val="0"/>
              </a:spcAft>
              <a:buSzPts val="1800"/>
              <a:buNone/>
              <a:defRPr sz="2000"/>
            </a:lvl8pPr>
            <a:lvl9pPr marL="4114800" lvl="8" indent="-228600" algn="l">
              <a:lnSpc>
                <a:spcPct val="110000"/>
              </a:lnSpc>
              <a:spcBef>
                <a:spcPts val="2000"/>
              </a:spcBef>
              <a:spcAft>
                <a:spcPts val="2000"/>
              </a:spcAft>
              <a:buSzPts val="1800"/>
              <a:buNone/>
              <a:defRPr sz="2000"/>
            </a:lvl9pPr>
          </a:lstStyle>
          <a:p>
            <a:endParaRPr/>
          </a:p>
        </p:txBody>
      </p:sp>
      <p:sp>
        <p:nvSpPr>
          <p:cNvPr id="124" name="Google Shape;124;p61"/>
          <p:cNvSpPr>
            <a:spLocks noGrp="1"/>
          </p:cNvSpPr>
          <p:nvPr>
            <p:ph type="chart" idx="2"/>
          </p:nvPr>
        </p:nvSpPr>
        <p:spPr>
          <a:xfrm>
            <a:off x="4562781" y="1371599"/>
            <a:ext cx="6356044" cy="4800600"/>
          </a:xfrm>
          <a:prstGeom prst="rect">
            <a:avLst/>
          </a:prstGeom>
          <a:solidFill>
            <a:srgbClr val="C3D1DD"/>
          </a:solidFill>
          <a:ln>
            <a:noFill/>
          </a:ln>
        </p:spPr>
        <p:txBody>
          <a:bodyPr spcFirstLastPara="1" wrap="square" lIns="0" tIns="1298425" rIns="0" bIns="0" anchor="t" anchorCtr="0">
            <a:noAutofit/>
          </a:bodyPr>
          <a:lstStyle>
            <a:lvl1pPr marR="0" lvl="0" algn="ctr" rtl="0">
              <a:lnSpc>
                <a:spcPct val="110000"/>
              </a:lnSpc>
              <a:spcBef>
                <a:spcPts val="0"/>
              </a:spcBef>
              <a:spcAft>
                <a:spcPts val="0"/>
              </a:spcAft>
              <a:buClr>
                <a:schemeClr val="dk1"/>
              </a:buClr>
              <a:buSzPts val="2100"/>
              <a:buFont typeface="Noto Sans Symbols"/>
              <a:buNone/>
              <a:defRPr sz="2800" b="0" i="0" u="none" strike="noStrike" cap="none">
                <a:solidFill>
                  <a:schemeClr val="dk1"/>
                </a:solidFill>
                <a:latin typeface="Arial"/>
                <a:ea typeface="Arial"/>
                <a:cs typeface="Arial"/>
                <a:sym typeface="Arial"/>
              </a:defRPr>
            </a:lvl1pPr>
            <a:lvl2pPr marR="0" lvl="1"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2pPr>
            <a:lvl3pPr marR="0" lvl="2"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3pPr>
            <a:lvl4pPr marR="0" lvl="3"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4pPr>
            <a:lvl5pPr marR="0" lvl="4"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5pPr>
            <a:lvl6pPr marR="0" lvl="5"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6pPr>
            <a:lvl7pPr marR="0" lvl="6"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7pPr>
            <a:lvl8pPr marR="0" lvl="7"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8pPr>
            <a:lvl9pPr marR="0" lvl="8" algn="l" rtl="0">
              <a:lnSpc>
                <a:spcPct val="110000"/>
              </a:lnSpc>
              <a:spcBef>
                <a:spcPts val="2000"/>
              </a:spcBef>
              <a:spcAft>
                <a:spcPts val="2000"/>
              </a:spcAft>
              <a:buClr>
                <a:schemeClr val="dk1"/>
              </a:buClr>
              <a:buSzPts val="2160"/>
              <a:buFont typeface="Arial"/>
              <a:buChar char="–"/>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ata Chart (Content)">
  <p:cSld name="Data Chart (Content)">
    <p:spTree>
      <p:nvGrpSpPr>
        <p:cNvPr id="1" name="Shape 125"/>
        <p:cNvGrpSpPr/>
        <p:nvPr/>
      </p:nvGrpSpPr>
      <p:grpSpPr>
        <a:xfrm>
          <a:off x="0" y="0"/>
          <a:ext cx="0" cy="0"/>
          <a:chOff x="0" y="0"/>
          <a:chExt cx="0" cy="0"/>
        </a:xfrm>
      </p:grpSpPr>
      <p:sp>
        <p:nvSpPr>
          <p:cNvPr id="126" name="Google Shape;126;p62"/>
          <p:cNvSpPr txBox="1">
            <a:spLocks noGrp="1"/>
          </p:cNvSpPr>
          <p:nvPr>
            <p:ph type="title"/>
          </p:nvPr>
        </p:nvSpPr>
        <p:spPr>
          <a:xfrm>
            <a:off x="685800" y="621438"/>
            <a:ext cx="3602038"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62"/>
          <p:cNvSpPr txBox="1">
            <a:spLocks noGrp="1"/>
          </p:cNvSpPr>
          <p:nvPr>
            <p:ph type="body" idx="1"/>
          </p:nvPr>
        </p:nvSpPr>
        <p:spPr>
          <a:xfrm>
            <a:off x="685801" y="1633491"/>
            <a:ext cx="3602038"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65760" algn="l">
              <a:lnSpc>
                <a:spcPct val="110000"/>
              </a:lnSpc>
              <a:spcBef>
                <a:spcPts val="2000"/>
              </a:spcBef>
              <a:spcAft>
                <a:spcPts val="0"/>
              </a:spcAft>
              <a:buSzPts val="2160"/>
              <a:buChar char="–"/>
              <a:defRPr/>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128" name="Google Shape;128;p62"/>
          <p:cNvSpPr>
            <a:spLocks noGrp="1"/>
          </p:cNvSpPr>
          <p:nvPr>
            <p:ph type="chart" idx="2"/>
          </p:nvPr>
        </p:nvSpPr>
        <p:spPr>
          <a:xfrm>
            <a:off x="4562781" y="626267"/>
            <a:ext cx="6943419" cy="5545933"/>
          </a:xfrm>
          <a:prstGeom prst="rect">
            <a:avLst/>
          </a:prstGeom>
          <a:solidFill>
            <a:srgbClr val="C3D1DD"/>
          </a:solidFill>
          <a:ln>
            <a:noFill/>
          </a:ln>
        </p:spPr>
        <p:txBody>
          <a:bodyPr spcFirstLastPara="1" wrap="square" lIns="0" tIns="1005825" rIns="0" bIns="0" anchor="t" anchorCtr="0">
            <a:noAutofit/>
          </a:bodyPr>
          <a:lstStyle>
            <a:lvl1pPr marR="0" lvl="0" algn="ctr" rtl="0">
              <a:lnSpc>
                <a:spcPct val="110000"/>
              </a:lnSpc>
              <a:spcBef>
                <a:spcPts val="0"/>
              </a:spcBef>
              <a:spcAft>
                <a:spcPts val="0"/>
              </a:spcAft>
              <a:buClr>
                <a:schemeClr val="dk1"/>
              </a:buClr>
              <a:buSzPts val="2100"/>
              <a:buFont typeface="Noto Sans Symbols"/>
              <a:buNone/>
              <a:defRPr sz="2800" b="0" i="0" u="none" strike="noStrike" cap="none">
                <a:solidFill>
                  <a:schemeClr val="dk1"/>
                </a:solidFill>
                <a:latin typeface="Arial"/>
                <a:ea typeface="Arial"/>
                <a:cs typeface="Arial"/>
                <a:sym typeface="Arial"/>
              </a:defRPr>
            </a:lvl1pPr>
            <a:lvl2pPr marR="0" lvl="1"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2pPr>
            <a:lvl3pPr marR="0" lvl="2"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3pPr>
            <a:lvl4pPr marR="0" lvl="3"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4pPr>
            <a:lvl5pPr marR="0" lvl="4"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5pPr>
            <a:lvl6pPr marR="0" lvl="5"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6pPr>
            <a:lvl7pPr marR="0" lvl="6"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7pPr>
            <a:lvl8pPr marR="0" lvl="7"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8pPr>
            <a:lvl9pPr marR="0" lvl="8" algn="l" rtl="0">
              <a:lnSpc>
                <a:spcPct val="110000"/>
              </a:lnSpc>
              <a:spcBef>
                <a:spcPts val="2000"/>
              </a:spcBef>
              <a:spcAft>
                <a:spcPts val="2000"/>
              </a:spcAft>
              <a:buClr>
                <a:schemeClr val="dk1"/>
              </a:buClr>
              <a:buSzPts val="2160"/>
              <a:buFont typeface="Arial"/>
              <a:buChar char="–"/>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inal Slide">
  <p:cSld name="Final Slide">
    <p:spTree>
      <p:nvGrpSpPr>
        <p:cNvPr id="1" name="Shape 129"/>
        <p:cNvGrpSpPr/>
        <p:nvPr/>
      </p:nvGrpSpPr>
      <p:grpSpPr>
        <a:xfrm>
          <a:off x="0" y="0"/>
          <a:ext cx="0" cy="0"/>
          <a:chOff x="0" y="0"/>
          <a:chExt cx="0" cy="0"/>
        </a:xfrm>
      </p:grpSpPr>
      <p:sp>
        <p:nvSpPr>
          <p:cNvPr id="130" name="Google Shape;130;p63"/>
          <p:cNvSpPr txBox="1">
            <a:spLocks noGrp="1"/>
          </p:cNvSpPr>
          <p:nvPr>
            <p:ph type="title"/>
          </p:nvPr>
        </p:nvSpPr>
        <p:spPr>
          <a:xfrm>
            <a:off x="685800" y="50791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63"/>
          <p:cNvSpPr>
            <a:spLocks noGrp="1"/>
          </p:cNvSpPr>
          <p:nvPr>
            <p:ph type="pic" idx="2"/>
          </p:nvPr>
        </p:nvSpPr>
        <p:spPr>
          <a:xfrm>
            <a:off x="0" y="0"/>
            <a:ext cx="12192000" cy="4457700"/>
          </a:xfrm>
          <a:prstGeom prst="rect">
            <a:avLst/>
          </a:prstGeom>
          <a:solidFill>
            <a:srgbClr val="C3D1DD"/>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Final Thought">
  <p:cSld name="Final Thought">
    <p:spTree>
      <p:nvGrpSpPr>
        <p:cNvPr id="1" name="Shape 132"/>
        <p:cNvGrpSpPr/>
        <p:nvPr/>
      </p:nvGrpSpPr>
      <p:grpSpPr>
        <a:xfrm>
          <a:off x="0" y="0"/>
          <a:ext cx="0" cy="0"/>
          <a:chOff x="0" y="0"/>
          <a:chExt cx="0" cy="0"/>
        </a:xfrm>
      </p:grpSpPr>
      <p:sp>
        <p:nvSpPr>
          <p:cNvPr id="133" name="Google Shape;133;p64"/>
          <p:cNvSpPr txBox="1">
            <a:spLocks noGrp="1"/>
          </p:cNvSpPr>
          <p:nvPr>
            <p:ph type="body" idx="1"/>
          </p:nvPr>
        </p:nvSpPr>
        <p:spPr>
          <a:xfrm>
            <a:off x="685800" y="5049714"/>
            <a:ext cx="9029698" cy="1122486"/>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228600" algn="l">
              <a:lnSpc>
                <a:spcPct val="110000"/>
              </a:lnSpc>
              <a:spcBef>
                <a:spcPts val="2000"/>
              </a:spcBef>
              <a:spcAft>
                <a:spcPts val="0"/>
              </a:spcAft>
              <a:buSzPts val="2160"/>
              <a:buNone/>
              <a:defRPr sz="2400"/>
            </a:lvl7pPr>
            <a:lvl8pPr marL="3657600" lvl="7" indent="-228600" algn="l">
              <a:lnSpc>
                <a:spcPct val="110000"/>
              </a:lnSpc>
              <a:spcBef>
                <a:spcPts val="2000"/>
              </a:spcBef>
              <a:spcAft>
                <a:spcPts val="0"/>
              </a:spcAft>
              <a:buSzPts val="2160"/>
              <a:buNone/>
              <a:defRPr sz="2400"/>
            </a:lvl8pPr>
            <a:lvl9pPr marL="4114800" lvl="8" indent="-228600" algn="l">
              <a:lnSpc>
                <a:spcPct val="110000"/>
              </a:lnSpc>
              <a:spcBef>
                <a:spcPts val="2000"/>
              </a:spcBef>
              <a:spcAft>
                <a:spcPts val="2000"/>
              </a:spcAft>
              <a:buSzPts val="2160"/>
              <a:buNone/>
              <a:defRPr sz="2400"/>
            </a:lvl9pPr>
          </a:lstStyle>
          <a:p>
            <a:endParaRPr/>
          </a:p>
        </p:txBody>
      </p:sp>
      <p:sp>
        <p:nvSpPr>
          <p:cNvPr id="134" name="Google Shape;134;p64"/>
          <p:cNvSpPr/>
          <p:nvPr/>
        </p:nvSpPr>
        <p:spPr>
          <a:xfrm>
            <a:off x="0" y="0"/>
            <a:ext cx="12192000" cy="445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64"/>
          <p:cNvSpPr txBox="1">
            <a:spLocks noGrp="1"/>
          </p:cNvSpPr>
          <p:nvPr>
            <p:ph type="title"/>
          </p:nvPr>
        </p:nvSpPr>
        <p:spPr>
          <a:xfrm>
            <a:off x="685800" y="685801"/>
            <a:ext cx="9029698" cy="3216245"/>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inal Thought (Picture)">
  <p:cSld name="Final Thought (Picture)">
    <p:spTree>
      <p:nvGrpSpPr>
        <p:cNvPr id="1" name="Shape 136"/>
        <p:cNvGrpSpPr/>
        <p:nvPr/>
      </p:nvGrpSpPr>
      <p:grpSpPr>
        <a:xfrm>
          <a:off x="0" y="0"/>
          <a:ext cx="0" cy="0"/>
          <a:chOff x="0" y="0"/>
          <a:chExt cx="0" cy="0"/>
        </a:xfrm>
      </p:grpSpPr>
      <p:sp>
        <p:nvSpPr>
          <p:cNvPr id="137" name="Google Shape;137;p65"/>
          <p:cNvSpPr>
            <a:spLocks noGrp="1"/>
          </p:cNvSpPr>
          <p:nvPr>
            <p:ph type="pic" idx="2"/>
          </p:nvPr>
        </p:nvSpPr>
        <p:spPr>
          <a:xfrm>
            <a:off x="0" y="0"/>
            <a:ext cx="12192000" cy="4457700"/>
          </a:xfrm>
          <a:prstGeom prst="rect">
            <a:avLst/>
          </a:prstGeom>
          <a:solidFill>
            <a:srgbClr val="C3D1DD"/>
          </a:solidFill>
          <a:ln>
            <a:noFill/>
          </a:ln>
        </p:spPr>
      </p:sp>
      <p:sp>
        <p:nvSpPr>
          <p:cNvPr id="138" name="Google Shape;138;p65"/>
          <p:cNvSpPr txBox="1">
            <a:spLocks noGrp="1"/>
          </p:cNvSpPr>
          <p:nvPr>
            <p:ph type="body" idx="1"/>
          </p:nvPr>
        </p:nvSpPr>
        <p:spPr>
          <a:xfrm>
            <a:off x="685800" y="5049714"/>
            <a:ext cx="9029700" cy="1122486"/>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228600" algn="l">
              <a:lnSpc>
                <a:spcPct val="110000"/>
              </a:lnSpc>
              <a:spcBef>
                <a:spcPts val="2000"/>
              </a:spcBef>
              <a:spcAft>
                <a:spcPts val="0"/>
              </a:spcAft>
              <a:buSzPts val="2160"/>
              <a:buNone/>
              <a:defRPr sz="2400"/>
            </a:lvl7pPr>
            <a:lvl8pPr marL="3657600" lvl="7" indent="-228600" algn="l">
              <a:lnSpc>
                <a:spcPct val="110000"/>
              </a:lnSpc>
              <a:spcBef>
                <a:spcPts val="2000"/>
              </a:spcBef>
              <a:spcAft>
                <a:spcPts val="0"/>
              </a:spcAft>
              <a:buSzPts val="2160"/>
              <a:buNone/>
              <a:defRPr sz="2400"/>
            </a:lvl8pPr>
            <a:lvl9pPr marL="4114800" lvl="8" indent="-228600" algn="l">
              <a:lnSpc>
                <a:spcPct val="110000"/>
              </a:lnSpc>
              <a:spcBef>
                <a:spcPts val="2000"/>
              </a:spcBef>
              <a:spcAft>
                <a:spcPts val="2000"/>
              </a:spcAft>
              <a:buSzPts val="2160"/>
              <a:buNone/>
              <a:defRPr sz="2400"/>
            </a:lvl9pPr>
          </a:lstStyle>
          <a:p>
            <a:endParaRPr/>
          </a:p>
        </p:txBody>
      </p:sp>
      <p:sp>
        <p:nvSpPr>
          <p:cNvPr id="139" name="Google Shape;139;p65"/>
          <p:cNvSpPr txBox="1">
            <a:spLocks noGrp="1"/>
          </p:cNvSpPr>
          <p:nvPr>
            <p:ph type="title"/>
          </p:nvPr>
        </p:nvSpPr>
        <p:spPr>
          <a:xfrm>
            <a:off x="685800" y="685801"/>
            <a:ext cx="9029698" cy="3216245"/>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and Title">
  <p:cSld name="Picture and Title">
    <p:spTree>
      <p:nvGrpSpPr>
        <p:cNvPr id="1" name="Shape 140"/>
        <p:cNvGrpSpPr/>
        <p:nvPr/>
      </p:nvGrpSpPr>
      <p:grpSpPr>
        <a:xfrm>
          <a:off x="0" y="0"/>
          <a:ext cx="0" cy="0"/>
          <a:chOff x="0" y="0"/>
          <a:chExt cx="0" cy="0"/>
        </a:xfrm>
      </p:grpSpPr>
      <p:sp>
        <p:nvSpPr>
          <p:cNvPr id="141" name="Google Shape;141;p66"/>
          <p:cNvSpPr>
            <a:spLocks noGrp="1"/>
          </p:cNvSpPr>
          <p:nvPr>
            <p:ph type="pic" idx="2"/>
          </p:nvPr>
        </p:nvSpPr>
        <p:spPr>
          <a:xfrm>
            <a:off x="7305675" y="0"/>
            <a:ext cx="4886325" cy="6858000"/>
          </a:xfrm>
          <a:prstGeom prst="rect">
            <a:avLst/>
          </a:prstGeom>
          <a:solidFill>
            <a:srgbClr val="C3D1DD"/>
          </a:solidFill>
          <a:ln>
            <a:noFill/>
          </a:ln>
        </p:spPr>
      </p:sp>
      <p:sp>
        <p:nvSpPr>
          <p:cNvPr id="142" name="Google Shape;142;p66"/>
          <p:cNvSpPr txBox="1">
            <a:spLocks noGrp="1"/>
          </p:cNvSpPr>
          <p:nvPr>
            <p:ph type="title"/>
          </p:nvPr>
        </p:nvSpPr>
        <p:spPr>
          <a:xfrm>
            <a:off x="685801" y="621438"/>
            <a:ext cx="6019799"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p:cSld name="Picture">
    <p:spTree>
      <p:nvGrpSpPr>
        <p:cNvPr id="1" name="Shape 143"/>
        <p:cNvGrpSpPr/>
        <p:nvPr/>
      </p:nvGrpSpPr>
      <p:grpSpPr>
        <a:xfrm>
          <a:off x="0" y="0"/>
          <a:ext cx="0" cy="0"/>
          <a:chOff x="0" y="0"/>
          <a:chExt cx="0" cy="0"/>
        </a:xfrm>
      </p:grpSpPr>
      <p:sp>
        <p:nvSpPr>
          <p:cNvPr id="144" name="Google Shape;144;p67"/>
          <p:cNvSpPr>
            <a:spLocks noGrp="1"/>
          </p:cNvSpPr>
          <p:nvPr>
            <p:ph type="pic" idx="2"/>
          </p:nvPr>
        </p:nvSpPr>
        <p:spPr>
          <a:xfrm>
            <a:off x="0" y="0"/>
            <a:ext cx="12192000" cy="6858000"/>
          </a:xfrm>
          <a:prstGeom prst="rect">
            <a:avLst/>
          </a:prstGeom>
          <a:solidFill>
            <a:srgbClr val="C3D1DD"/>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___">
  <p:cSld name="___">
    <p:bg>
      <p:bgPr>
        <a:solidFill>
          <a:schemeClr val="dk2"/>
        </a:solidFill>
        <a:effectLst/>
      </p:bgPr>
    </p:bg>
    <p:spTree>
      <p:nvGrpSpPr>
        <p:cNvPr id="1" name="Shape 145"/>
        <p:cNvGrpSpPr/>
        <p:nvPr/>
      </p:nvGrpSpPr>
      <p:grpSpPr>
        <a:xfrm>
          <a:off x="0" y="0"/>
          <a:ext cx="0" cy="0"/>
          <a:chOff x="0" y="0"/>
          <a:chExt cx="0" cy="0"/>
        </a:xfrm>
      </p:grpSpPr>
      <p:sp>
        <p:nvSpPr>
          <p:cNvPr id="146" name="Google Shape;146;p68"/>
          <p:cNvSpPr txBox="1"/>
          <p:nvPr/>
        </p:nvSpPr>
        <p:spPr>
          <a:xfrm>
            <a:off x="457200" y="728261"/>
            <a:ext cx="11277600" cy="54014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500" b="1">
                <a:solidFill>
                  <a:schemeClr val="lt1"/>
                </a:solidFill>
                <a:latin typeface="Arial"/>
                <a:ea typeface="Arial"/>
                <a:cs typeface="Arial"/>
                <a:sym typeface="Arial"/>
              </a:rPr>
              <a:t>TITLE SLIDE AND SECTION LAYOUTS</a:t>
            </a:r>
            <a:endParaRPr sz="11500" b="1">
              <a:solidFill>
                <a:schemeClr val="lt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Picture)">
  <p:cSld name="Section Header (Picture)">
    <p:bg>
      <p:bgPr>
        <a:solidFill>
          <a:schemeClr val="lt1"/>
        </a:solidFill>
        <a:effectLst/>
      </p:bgPr>
    </p:bg>
    <p:spTree>
      <p:nvGrpSpPr>
        <p:cNvPr id="1" name="Shape 147"/>
        <p:cNvGrpSpPr/>
        <p:nvPr/>
      </p:nvGrpSpPr>
      <p:grpSpPr>
        <a:xfrm>
          <a:off x="0" y="0"/>
          <a:ext cx="0" cy="0"/>
          <a:chOff x="0" y="0"/>
          <a:chExt cx="0" cy="0"/>
        </a:xfrm>
      </p:grpSpPr>
      <p:sp>
        <p:nvSpPr>
          <p:cNvPr id="148" name="Google Shape;148;p69"/>
          <p:cNvSpPr>
            <a:spLocks noGrp="1"/>
          </p:cNvSpPr>
          <p:nvPr>
            <p:ph type="pic" idx="2"/>
          </p:nvPr>
        </p:nvSpPr>
        <p:spPr>
          <a:xfrm>
            <a:off x="0" y="0"/>
            <a:ext cx="12192000" cy="3429000"/>
          </a:xfrm>
          <a:prstGeom prst="rect">
            <a:avLst/>
          </a:prstGeom>
          <a:solidFill>
            <a:srgbClr val="C3D1DD"/>
          </a:solidFill>
          <a:ln>
            <a:noFill/>
          </a:ln>
        </p:spPr>
      </p:sp>
      <p:sp>
        <p:nvSpPr>
          <p:cNvPr id="149" name="Google Shape;149;p69"/>
          <p:cNvSpPr txBox="1">
            <a:spLocks noGrp="1"/>
          </p:cNvSpPr>
          <p:nvPr>
            <p:ph type="body" idx="1"/>
          </p:nvPr>
        </p:nvSpPr>
        <p:spPr>
          <a:xfrm>
            <a:off x="685800" y="4048396"/>
            <a:ext cx="6619875" cy="2123804"/>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solidFill>
                  <a:schemeClr val="dk1"/>
                </a:solidFill>
              </a:defRPr>
            </a:lvl1pPr>
            <a:lvl2pPr marL="914400" lvl="1" indent="-228600" algn="l">
              <a:lnSpc>
                <a:spcPct val="110000"/>
              </a:lnSpc>
              <a:spcBef>
                <a:spcPts val="2000"/>
              </a:spcBef>
              <a:spcAft>
                <a:spcPts val="0"/>
              </a:spcAft>
              <a:buSzPts val="2160"/>
              <a:buNone/>
              <a:defRPr sz="2400">
                <a:solidFill>
                  <a:schemeClr val="dk2"/>
                </a:solidFill>
              </a:defRPr>
            </a:lvl2pPr>
            <a:lvl3pPr marL="1371600" lvl="2" indent="-228600" algn="l">
              <a:lnSpc>
                <a:spcPct val="110000"/>
              </a:lnSpc>
              <a:spcBef>
                <a:spcPts val="2000"/>
              </a:spcBef>
              <a:spcAft>
                <a:spcPts val="0"/>
              </a:spcAft>
              <a:buSzPts val="2160"/>
              <a:buNone/>
              <a:defRPr sz="2400">
                <a:solidFill>
                  <a:schemeClr val="dk2"/>
                </a:solidFill>
              </a:defRPr>
            </a:lvl3pPr>
            <a:lvl4pPr marL="1828800" lvl="3" indent="-228600" algn="l">
              <a:lnSpc>
                <a:spcPct val="110000"/>
              </a:lnSpc>
              <a:spcBef>
                <a:spcPts val="2000"/>
              </a:spcBef>
              <a:spcAft>
                <a:spcPts val="0"/>
              </a:spcAft>
              <a:buSzPts val="2160"/>
              <a:buNone/>
              <a:defRPr sz="2400">
                <a:solidFill>
                  <a:schemeClr val="dk2"/>
                </a:solidFill>
              </a:defRPr>
            </a:lvl4pPr>
            <a:lvl5pPr marL="2286000" lvl="4" indent="-228600" algn="l">
              <a:lnSpc>
                <a:spcPct val="110000"/>
              </a:lnSpc>
              <a:spcBef>
                <a:spcPts val="2000"/>
              </a:spcBef>
              <a:spcAft>
                <a:spcPts val="0"/>
              </a:spcAft>
              <a:buSzPts val="2160"/>
              <a:buNone/>
              <a:defRPr sz="2400">
                <a:solidFill>
                  <a:schemeClr val="dk2"/>
                </a:solidFill>
              </a:defRPr>
            </a:lvl5pPr>
            <a:lvl6pPr marL="2743200" lvl="5" indent="-228600" algn="l">
              <a:lnSpc>
                <a:spcPct val="110000"/>
              </a:lnSpc>
              <a:spcBef>
                <a:spcPts val="2000"/>
              </a:spcBef>
              <a:spcAft>
                <a:spcPts val="0"/>
              </a:spcAft>
              <a:buSzPts val="2160"/>
              <a:buNone/>
              <a:defRPr sz="2400">
                <a:solidFill>
                  <a:schemeClr val="dk2"/>
                </a:solidFill>
              </a:defRPr>
            </a:lvl6pPr>
            <a:lvl7pPr marL="3200400" lvl="6" indent="-228600" algn="l">
              <a:lnSpc>
                <a:spcPct val="110000"/>
              </a:lnSpc>
              <a:spcBef>
                <a:spcPts val="2000"/>
              </a:spcBef>
              <a:spcAft>
                <a:spcPts val="0"/>
              </a:spcAft>
              <a:buSzPts val="2160"/>
              <a:buNone/>
              <a:defRPr sz="2400">
                <a:solidFill>
                  <a:schemeClr val="dk2"/>
                </a:solidFill>
              </a:defRPr>
            </a:lvl7pPr>
            <a:lvl8pPr marL="3657600" lvl="7" indent="-228600" algn="l">
              <a:lnSpc>
                <a:spcPct val="110000"/>
              </a:lnSpc>
              <a:spcBef>
                <a:spcPts val="2000"/>
              </a:spcBef>
              <a:spcAft>
                <a:spcPts val="0"/>
              </a:spcAft>
              <a:buSzPts val="2160"/>
              <a:buNone/>
              <a:defRPr sz="2400">
                <a:solidFill>
                  <a:schemeClr val="dk2"/>
                </a:solidFill>
              </a:defRPr>
            </a:lvl8pPr>
            <a:lvl9pPr marL="4114800" lvl="8" indent="-228600" algn="l">
              <a:lnSpc>
                <a:spcPct val="110000"/>
              </a:lnSpc>
              <a:spcBef>
                <a:spcPts val="2000"/>
              </a:spcBef>
              <a:spcAft>
                <a:spcPts val="2000"/>
              </a:spcAft>
              <a:buSzPts val="2160"/>
              <a:buNone/>
              <a:defRPr sz="2400">
                <a:solidFill>
                  <a:schemeClr val="dk2"/>
                </a:solidFill>
              </a:defRPr>
            </a:lvl9pPr>
          </a:lstStyle>
          <a:p>
            <a:endParaRPr/>
          </a:p>
        </p:txBody>
      </p:sp>
      <p:sp>
        <p:nvSpPr>
          <p:cNvPr id="150" name="Google Shape;150;p69"/>
          <p:cNvSpPr txBox="1">
            <a:spLocks noGrp="1"/>
          </p:cNvSpPr>
          <p:nvPr>
            <p:ph type="title"/>
          </p:nvPr>
        </p:nvSpPr>
        <p:spPr>
          <a:xfrm>
            <a:off x="685800" y="685801"/>
            <a:ext cx="9029698" cy="218541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Picture and Title)">
  <p:cSld name="Section Header (Picture and Title)">
    <p:spTree>
      <p:nvGrpSpPr>
        <p:cNvPr id="1" name="Shape 151"/>
        <p:cNvGrpSpPr/>
        <p:nvPr/>
      </p:nvGrpSpPr>
      <p:grpSpPr>
        <a:xfrm>
          <a:off x="0" y="0"/>
          <a:ext cx="0" cy="0"/>
          <a:chOff x="0" y="0"/>
          <a:chExt cx="0" cy="0"/>
        </a:xfrm>
      </p:grpSpPr>
      <p:sp>
        <p:nvSpPr>
          <p:cNvPr id="152" name="Google Shape;152;p70"/>
          <p:cNvSpPr>
            <a:spLocks noGrp="1"/>
          </p:cNvSpPr>
          <p:nvPr>
            <p:ph type="pic" idx="2"/>
          </p:nvPr>
        </p:nvSpPr>
        <p:spPr>
          <a:xfrm>
            <a:off x="0" y="0"/>
            <a:ext cx="12192000" cy="3429000"/>
          </a:xfrm>
          <a:prstGeom prst="rect">
            <a:avLst/>
          </a:prstGeom>
          <a:solidFill>
            <a:srgbClr val="C3D1DD"/>
          </a:solidFill>
          <a:ln>
            <a:noFill/>
          </a:ln>
        </p:spPr>
      </p:sp>
      <p:sp>
        <p:nvSpPr>
          <p:cNvPr id="153" name="Google Shape;153;p70"/>
          <p:cNvSpPr txBox="1">
            <a:spLocks noGrp="1"/>
          </p:cNvSpPr>
          <p:nvPr>
            <p:ph type="title"/>
          </p:nvPr>
        </p:nvSpPr>
        <p:spPr>
          <a:xfrm>
            <a:off x="685800" y="4050438"/>
            <a:ext cx="10820400" cy="21217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Picture)">
  <p:cSld name="Title Slide (Picture)">
    <p:spTree>
      <p:nvGrpSpPr>
        <p:cNvPr id="1" name="Shape 154"/>
        <p:cNvGrpSpPr/>
        <p:nvPr/>
      </p:nvGrpSpPr>
      <p:grpSpPr>
        <a:xfrm>
          <a:off x="0" y="0"/>
          <a:ext cx="0" cy="0"/>
          <a:chOff x="0" y="0"/>
          <a:chExt cx="0" cy="0"/>
        </a:xfrm>
      </p:grpSpPr>
      <p:sp>
        <p:nvSpPr>
          <p:cNvPr id="155" name="Google Shape;155;p71"/>
          <p:cNvSpPr>
            <a:spLocks noGrp="1"/>
          </p:cNvSpPr>
          <p:nvPr>
            <p:ph type="pic" idx="2"/>
          </p:nvPr>
        </p:nvSpPr>
        <p:spPr>
          <a:xfrm>
            <a:off x="0" y="0"/>
            <a:ext cx="12192000" cy="5486400"/>
          </a:xfrm>
          <a:prstGeom prst="rect">
            <a:avLst/>
          </a:prstGeom>
          <a:solidFill>
            <a:srgbClr val="C3D1DD"/>
          </a:solidFill>
          <a:ln>
            <a:noFill/>
          </a:ln>
        </p:spPr>
      </p:sp>
      <p:sp>
        <p:nvSpPr>
          <p:cNvPr id="156" name="Google Shape;156;p71"/>
          <p:cNvSpPr txBox="1">
            <a:spLocks noGrp="1"/>
          </p:cNvSpPr>
          <p:nvPr>
            <p:ph type="body" idx="1"/>
          </p:nvPr>
        </p:nvSpPr>
        <p:spPr>
          <a:xfrm>
            <a:off x="685800" y="5935175"/>
            <a:ext cx="9029700" cy="45768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100"/>
              <a:buNone/>
              <a:defRPr sz="2800"/>
            </a:lvl1pPr>
            <a:lvl2pPr marL="914400" lvl="1" indent="-228600" algn="l">
              <a:lnSpc>
                <a:spcPct val="100000"/>
              </a:lnSpc>
              <a:spcBef>
                <a:spcPts val="2000"/>
              </a:spcBef>
              <a:spcAft>
                <a:spcPts val="0"/>
              </a:spcAft>
              <a:buSzPts val="1800"/>
              <a:buNone/>
              <a:defRPr sz="2000"/>
            </a:lvl2pPr>
            <a:lvl3pPr marL="1371600" lvl="2" indent="-228600" algn="l">
              <a:lnSpc>
                <a:spcPct val="100000"/>
              </a:lnSpc>
              <a:spcBef>
                <a:spcPts val="2000"/>
              </a:spcBef>
              <a:spcAft>
                <a:spcPts val="0"/>
              </a:spcAft>
              <a:buSzPts val="1800"/>
              <a:buNone/>
              <a:defRPr sz="2000"/>
            </a:lvl3pPr>
            <a:lvl4pPr marL="1828800" lvl="3" indent="-228600" algn="l">
              <a:lnSpc>
                <a:spcPct val="100000"/>
              </a:lnSpc>
              <a:spcBef>
                <a:spcPts val="2000"/>
              </a:spcBef>
              <a:spcAft>
                <a:spcPts val="0"/>
              </a:spcAft>
              <a:buSzPts val="1800"/>
              <a:buNone/>
              <a:defRPr sz="2000"/>
            </a:lvl4pPr>
            <a:lvl5pPr marL="2286000" lvl="4" indent="-228600" algn="l">
              <a:lnSpc>
                <a:spcPct val="100000"/>
              </a:lnSpc>
              <a:spcBef>
                <a:spcPts val="2000"/>
              </a:spcBef>
              <a:spcAft>
                <a:spcPts val="0"/>
              </a:spcAft>
              <a:buSzPts val="1800"/>
              <a:buNone/>
              <a:defRPr sz="2000"/>
            </a:lvl5pPr>
            <a:lvl6pPr marL="2743200" lvl="5" indent="-228600" algn="l">
              <a:lnSpc>
                <a:spcPct val="100000"/>
              </a:lnSpc>
              <a:spcBef>
                <a:spcPts val="2000"/>
              </a:spcBef>
              <a:spcAft>
                <a:spcPts val="0"/>
              </a:spcAft>
              <a:buSzPts val="1800"/>
              <a:buNone/>
              <a:defRPr sz="2000"/>
            </a:lvl6pPr>
            <a:lvl7pPr marL="3200400" lvl="6" indent="-228600" algn="l">
              <a:lnSpc>
                <a:spcPct val="100000"/>
              </a:lnSpc>
              <a:spcBef>
                <a:spcPts val="2000"/>
              </a:spcBef>
              <a:spcAft>
                <a:spcPts val="0"/>
              </a:spcAft>
              <a:buSzPts val="1800"/>
              <a:buNone/>
              <a:defRPr sz="2000"/>
            </a:lvl7pPr>
            <a:lvl8pPr marL="3657600" lvl="7" indent="-228600" algn="l">
              <a:lnSpc>
                <a:spcPct val="100000"/>
              </a:lnSpc>
              <a:spcBef>
                <a:spcPts val="2000"/>
              </a:spcBef>
              <a:spcAft>
                <a:spcPts val="0"/>
              </a:spcAft>
              <a:buSzPts val="1800"/>
              <a:buNone/>
              <a:defRPr sz="2000"/>
            </a:lvl8pPr>
            <a:lvl9pPr marL="4114800" lvl="8" indent="-228600" algn="l">
              <a:lnSpc>
                <a:spcPct val="100000"/>
              </a:lnSpc>
              <a:spcBef>
                <a:spcPts val="2000"/>
              </a:spcBef>
              <a:spcAft>
                <a:spcPts val="2000"/>
              </a:spcAft>
              <a:buSzPts val="1800"/>
              <a:buNone/>
              <a:defRPr sz="2000"/>
            </a:lvl9pPr>
          </a:lstStyle>
          <a:p>
            <a:endParaRPr/>
          </a:p>
        </p:txBody>
      </p:sp>
      <p:pic>
        <p:nvPicPr>
          <p:cNvPr id="157" name="Google Shape;157;p71"/>
          <p:cNvPicPr preferRelativeResize="0"/>
          <p:nvPr/>
        </p:nvPicPr>
        <p:blipFill rotWithShape="1">
          <a:blip r:embed="rId2">
            <a:alphaModFix/>
          </a:blip>
          <a:srcRect/>
          <a:stretch/>
        </p:blipFill>
        <p:spPr>
          <a:xfrm>
            <a:off x="696913" y="4291013"/>
            <a:ext cx="902286" cy="518205"/>
          </a:xfrm>
          <a:prstGeom prst="rect">
            <a:avLst/>
          </a:prstGeom>
          <a:noFill/>
          <a:ln>
            <a:noFill/>
          </a:ln>
        </p:spPr>
      </p:pic>
      <p:sp>
        <p:nvSpPr>
          <p:cNvPr id="158" name="Google Shape;158;p71"/>
          <p:cNvSpPr txBox="1"/>
          <p:nvPr/>
        </p:nvSpPr>
        <p:spPr>
          <a:xfrm>
            <a:off x="10698611" y="6281688"/>
            <a:ext cx="1089871"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chemeClr val="dk1"/>
              </a:buClr>
              <a:buSzPts val="900"/>
              <a:buFont typeface="Arial"/>
              <a:buNone/>
            </a:pPr>
            <a:r>
              <a:rPr lang="en-US" sz="900" b="0" i="0" u="none" strike="noStrike" cap="none">
                <a:solidFill>
                  <a:schemeClr val="dk1"/>
                </a:solidFill>
                <a:latin typeface="Arial"/>
                <a:ea typeface="Arial"/>
                <a:cs typeface="Arial"/>
                <a:sym typeface="Arial"/>
              </a:rPr>
              <a:t>© 2026 SEL</a:t>
            </a:r>
            <a:endParaRPr/>
          </a:p>
        </p:txBody>
      </p:sp>
      <p:sp>
        <p:nvSpPr>
          <p:cNvPr id="159" name="Google Shape;159;p71"/>
          <p:cNvSpPr txBox="1">
            <a:spLocks noGrp="1"/>
          </p:cNvSpPr>
          <p:nvPr>
            <p:ph type="title"/>
          </p:nvPr>
        </p:nvSpPr>
        <p:spPr>
          <a:xfrm>
            <a:off x="685800" y="685801"/>
            <a:ext cx="9029698" cy="3216245"/>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4400"/>
              <a:buFont typeface="Arial"/>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40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___ ">
  <p:cSld name="___ ">
    <p:bg>
      <p:bgPr>
        <a:solidFill>
          <a:schemeClr val="dk2"/>
        </a:solidFill>
        <a:effectLst/>
      </p:bgPr>
    </p:bg>
    <p:spTree>
      <p:nvGrpSpPr>
        <p:cNvPr id="1" name="Shape 160"/>
        <p:cNvGrpSpPr/>
        <p:nvPr/>
      </p:nvGrpSpPr>
      <p:grpSpPr>
        <a:xfrm>
          <a:off x="0" y="0"/>
          <a:ext cx="0" cy="0"/>
          <a:chOff x="0" y="0"/>
          <a:chExt cx="0" cy="0"/>
        </a:xfrm>
      </p:grpSpPr>
      <p:sp>
        <p:nvSpPr>
          <p:cNvPr id="161" name="Google Shape;161;p72"/>
          <p:cNvSpPr txBox="1"/>
          <p:nvPr/>
        </p:nvSpPr>
        <p:spPr>
          <a:xfrm>
            <a:off x="457200" y="728261"/>
            <a:ext cx="11277600" cy="54014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500" b="1">
                <a:solidFill>
                  <a:schemeClr val="lt1"/>
                </a:solidFill>
                <a:latin typeface="Arial"/>
                <a:ea typeface="Arial"/>
                <a:cs typeface="Arial"/>
                <a:sym typeface="Arial"/>
              </a:rPr>
              <a:t>MULTIPLE</a:t>
            </a:r>
            <a:br>
              <a:rPr lang="en-US" sz="11500" b="1">
                <a:solidFill>
                  <a:schemeClr val="lt1"/>
                </a:solidFill>
                <a:latin typeface="Arial"/>
                <a:ea typeface="Arial"/>
                <a:cs typeface="Arial"/>
                <a:sym typeface="Arial"/>
              </a:rPr>
            </a:br>
            <a:r>
              <a:rPr lang="en-US" sz="11500" b="1">
                <a:solidFill>
                  <a:schemeClr val="lt1"/>
                </a:solidFill>
                <a:latin typeface="Arial"/>
                <a:ea typeface="Arial"/>
                <a:cs typeface="Arial"/>
                <a:sym typeface="Arial"/>
              </a:rPr>
              <a:t>TOPIC</a:t>
            </a:r>
            <a:br>
              <a:rPr lang="en-US" sz="11500" b="1">
                <a:solidFill>
                  <a:schemeClr val="lt1"/>
                </a:solidFill>
                <a:latin typeface="Arial"/>
                <a:ea typeface="Arial"/>
                <a:cs typeface="Arial"/>
                <a:sym typeface="Arial"/>
              </a:rPr>
            </a:br>
            <a:r>
              <a:rPr lang="en-US" sz="11500" b="1">
                <a:solidFill>
                  <a:schemeClr val="lt1"/>
                </a:solidFill>
                <a:latin typeface="Arial"/>
                <a:ea typeface="Arial"/>
                <a:cs typeface="Arial"/>
                <a:sym typeface="Arial"/>
              </a:rPr>
              <a:t>LAYOUTS</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chemeClr val="lt1"/>
        </a:solidFill>
        <a:effectLst/>
      </p:bgPr>
    </p:bg>
    <p:spTree>
      <p:nvGrpSpPr>
        <p:cNvPr id="1" name="Shape 162"/>
        <p:cNvGrpSpPr/>
        <p:nvPr/>
      </p:nvGrpSpPr>
      <p:grpSpPr>
        <a:xfrm>
          <a:off x="0" y="0"/>
          <a:ext cx="0" cy="0"/>
          <a:chOff x="0" y="0"/>
          <a:chExt cx="0" cy="0"/>
        </a:xfrm>
      </p:grpSpPr>
      <p:sp>
        <p:nvSpPr>
          <p:cNvPr id="163" name="Google Shape;163;p73"/>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73"/>
          <p:cNvSpPr txBox="1">
            <a:spLocks noGrp="1"/>
          </p:cNvSpPr>
          <p:nvPr>
            <p:ph type="body" idx="1"/>
          </p:nvPr>
        </p:nvSpPr>
        <p:spPr>
          <a:xfrm>
            <a:off x="685800" y="1657091"/>
            <a:ext cx="5342137" cy="58316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1800"/>
              <a:buNone/>
              <a:defRPr sz="2400" b="1" cap="none"/>
            </a:lvl1pPr>
            <a:lvl2pPr marL="914400" lvl="1" indent="-228600" algn="l">
              <a:lnSpc>
                <a:spcPct val="110000"/>
              </a:lnSpc>
              <a:spcBef>
                <a:spcPts val="2000"/>
              </a:spcBef>
              <a:spcAft>
                <a:spcPts val="0"/>
              </a:spcAft>
              <a:buSzPts val="1800"/>
              <a:buNone/>
              <a:defRPr sz="2000" b="1"/>
            </a:lvl2pPr>
            <a:lvl3pPr marL="1371600" lvl="2" indent="-228600" algn="l">
              <a:lnSpc>
                <a:spcPct val="110000"/>
              </a:lnSpc>
              <a:spcBef>
                <a:spcPts val="2000"/>
              </a:spcBef>
              <a:spcAft>
                <a:spcPts val="0"/>
              </a:spcAft>
              <a:buSzPts val="1620"/>
              <a:buNone/>
              <a:defRPr sz="1800" b="1"/>
            </a:lvl3pPr>
            <a:lvl4pPr marL="1828800" lvl="3" indent="-228600" algn="l">
              <a:lnSpc>
                <a:spcPct val="110000"/>
              </a:lnSpc>
              <a:spcBef>
                <a:spcPts val="2000"/>
              </a:spcBef>
              <a:spcAft>
                <a:spcPts val="0"/>
              </a:spcAft>
              <a:buSzPts val="1440"/>
              <a:buNone/>
              <a:defRPr sz="1600" b="1"/>
            </a:lvl4pPr>
            <a:lvl5pPr marL="2286000" lvl="4" indent="-228600" algn="l">
              <a:lnSpc>
                <a:spcPct val="110000"/>
              </a:lnSpc>
              <a:spcBef>
                <a:spcPts val="2000"/>
              </a:spcBef>
              <a:spcAft>
                <a:spcPts val="0"/>
              </a:spcAft>
              <a:buSzPts val="1440"/>
              <a:buNone/>
              <a:defRPr sz="1600" b="1"/>
            </a:lvl5pPr>
            <a:lvl6pPr marL="2743200" lvl="5" indent="-228600" algn="l">
              <a:lnSpc>
                <a:spcPct val="110000"/>
              </a:lnSpc>
              <a:spcBef>
                <a:spcPts val="2000"/>
              </a:spcBef>
              <a:spcAft>
                <a:spcPts val="0"/>
              </a:spcAft>
              <a:buSzPts val="1440"/>
              <a:buNone/>
              <a:defRPr sz="1600" b="1"/>
            </a:lvl6pPr>
            <a:lvl7pPr marL="3200400" lvl="6" indent="-228600" algn="l">
              <a:lnSpc>
                <a:spcPct val="110000"/>
              </a:lnSpc>
              <a:spcBef>
                <a:spcPts val="2000"/>
              </a:spcBef>
              <a:spcAft>
                <a:spcPts val="0"/>
              </a:spcAft>
              <a:buSzPts val="1440"/>
              <a:buNone/>
              <a:defRPr sz="1600" b="1"/>
            </a:lvl7pPr>
            <a:lvl8pPr marL="3657600" lvl="7" indent="-228600" algn="l">
              <a:lnSpc>
                <a:spcPct val="110000"/>
              </a:lnSpc>
              <a:spcBef>
                <a:spcPts val="2000"/>
              </a:spcBef>
              <a:spcAft>
                <a:spcPts val="0"/>
              </a:spcAft>
              <a:buSzPts val="1440"/>
              <a:buNone/>
              <a:defRPr sz="1600" b="1"/>
            </a:lvl8pPr>
            <a:lvl9pPr marL="4114800" lvl="8" indent="-228600" algn="l">
              <a:lnSpc>
                <a:spcPct val="110000"/>
              </a:lnSpc>
              <a:spcBef>
                <a:spcPts val="2000"/>
              </a:spcBef>
              <a:spcAft>
                <a:spcPts val="2000"/>
              </a:spcAft>
              <a:buSzPts val="1440"/>
              <a:buNone/>
              <a:defRPr sz="1600" b="1"/>
            </a:lvl9pPr>
          </a:lstStyle>
          <a:p>
            <a:endParaRPr/>
          </a:p>
        </p:txBody>
      </p:sp>
      <p:sp>
        <p:nvSpPr>
          <p:cNvPr id="165" name="Google Shape;165;p73"/>
          <p:cNvSpPr txBox="1">
            <a:spLocks noGrp="1"/>
          </p:cNvSpPr>
          <p:nvPr>
            <p:ph type="body" idx="2"/>
          </p:nvPr>
        </p:nvSpPr>
        <p:spPr>
          <a:xfrm>
            <a:off x="685801" y="2325785"/>
            <a:ext cx="5342137" cy="3837537"/>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sz="2800"/>
            </a:lvl1pPr>
            <a:lvl2pPr marL="914400" lvl="1" indent="-365760" algn="l">
              <a:lnSpc>
                <a:spcPct val="110000"/>
              </a:lnSpc>
              <a:spcBef>
                <a:spcPts val="2000"/>
              </a:spcBef>
              <a:spcAft>
                <a:spcPts val="0"/>
              </a:spcAft>
              <a:buSzPts val="2160"/>
              <a:buFont typeface="Arial"/>
              <a:buChar char="–"/>
              <a:defRPr sz="2400"/>
            </a:lvl2pPr>
            <a:lvl3pPr marL="1371600" lvl="2" indent="-365760" algn="l">
              <a:lnSpc>
                <a:spcPct val="110000"/>
              </a:lnSpc>
              <a:spcBef>
                <a:spcPts val="2000"/>
              </a:spcBef>
              <a:spcAft>
                <a:spcPts val="0"/>
              </a:spcAft>
              <a:buSzPts val="2160"/>
              <a:buFont typeface="Arial"/>
              <a:buChar char="–"/>
              <a:defRPr sz="2400"/>
            </a:lvl3pPr>
            <a:lvl4pPr marL="1828800" lvl="3" indent="-365760" algn="l">
              <a:lnSpc>
                <a:spcPct val="110000"/>
              </a:lnSpc>
              <a:spcBef>
                <a:spcPts val="2000"/>
              </a:spcBef>
              <a:spcAft>
                <a:spcPts val="0"/>
              </a:spcAft>
              <a:buSzPts val="2160"/>
              <a:buFont typeface="Arial"/>
              <a:buChar char="–"/>
              <a:defRPr sz="2400"/>
            </a:lvl4pPr>
            <a:lvl5pPr marL="2286000" lvl="4" indent="-365760" algn="l">
              <a:lnSpc>
                <a:spcPct val="110000"/>
              </a:lnSpc>
              <a:spcBef>
                <a:spcPts val="2000"/>
              </a:spcBef>
              <a:spcAft>
                <a:spcPts val="0"/>
              </a:spcAft>
              <a:buSzPts val="2160"/>
              <a:buFont typeface="Arial"/>
              <a:buChar char="–"/>
              <a:defRPr sz="2400"/>
            </a:lvl5pPr>
            <a:lvl6pPr marL="2743200" lvl="5" indent="-365760" algn="l">
              <a:lnSpc>
                <a:spcPct val="110000"/>
              </a:lnSpc>
              <a:spcBef>
                <a:spcPts val="2000"/>
              </a:spcBef>
              <a:spcAft>
                <a:spcPts val="0"/>
              </a:spcAft>
              <a:buSzPts val="2160"/>
              <a:buFont typeface="Arial"/>
              <a:buChar char="–"/>
              <a:defRPr sz="2400"/>
            </a:lvl6pPr>
            <a:lvl7pPr marL="3200400" lvl="6" indent="-342900" algn="l">
              <a:lnSpc>
                <a:spcPct val="110000"/>
              </a:lnSpc>
              <a:spcBef>
                <a:spcPts val="2000"/>
              </a:spcBef>
              <a:spcAft>
                <a:spcPts val="0"/>
              </a:spcAft>
              <a:buSzPts val="1800"/>
              <a:buFont typeface="Arial"/>
              <a:buChar char="–"/>
              <a:defRPr sz="2000"/>
            </a:lvl7pPr>
            <a:lvl8pPr marL="3657600" lvl="7" indent="-342900" algn="l">
              <a:lnSpc>
                <a:spcPct val="110000"/>
              </a:lnSpc>
              <a:spcBef>
                <a:spcPts val="2000"/>
              </a:spcBef>
              <a:spcAft>
                <a:spcPts val="0"/>
              </a:spcAft>
              <a:buSzPts val="1800"/>
              <a:buFont typeface="Arial"/>
              <a:buChar char="–"/>
              <a:defRPr sz="2000"/>
            </a:lvl8pPr>
            <a:lvl9pPr marL="4114800" lvl="8" indent="-342900" algn="l">
              <a:lnSpc>
                <a:spcPct val="110000"/>
              </a:lnSpc>
              <a:spcBef>
                <a:spcPts val="2000"/>
              </a:spcBef>
              <a:spcAft>
                <a:spcPts val="2000"/>
              </a:spcAft>
              <a:buSzPts val="1800"/>
              <a:buFont typeface="Arial"/>
              <a:buChar char="–"/>
              <a:defRPr sz="2000"/>
            </a:lvl9pPr>
          </a:lstStyle>
          <a:p>
            <a:endParaRPr/>
          </a:p>
        </p:txBody>
      </p:sp>
      <p:sp>
        <p:nvSpPr>
          <p:cNvPr id="166" name="Google Shape;166;p73"/>
          <p:cNvSpPr txBox="1">
            <a:spLocks noGrp="1"/>
          </p:cNvSpPr>
          <p:nvPr>
            <p:ph type="body" idx="3"/>
          </p:nvPr>
        </p:nvSpPr>
        <p:spPr>
          <a:xfrm>
            <a:off x="6164062" y="1657091"/>
            <a:ext cx="5342137" cy="58316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1800"/>
              <a:buNone/>
              <a:defRPr sz="2400" b="1" cap="none"/>
            </a:lvl1pPr>
            <a:lvl2pPr marL="914400" lvl="1" indent="-228600" algn="l">
              <a:lnSpc>
                <a:spcPct val="110000"/>
              </a:lnSpc>
              <a:spcBef>
                <a:spcPts val="2000"/>
              </a:spcBef>
              <a:spcAft>
                <a:spcPts val="0"/>
              </a:spcAft>
              <a:buSzPts val="1800"/>
              <a:buNone/>
              <a:defRPr sz="2000" b="1"/>
            </a:lvl2pPr>
            <a:lvl3pPr marL="1371600" lvl="2" indent="-228600" algn="l">
              <a:lnSpc>
                <a:spcPct val="110000"/>
              </a:lnSpc>
              <a:spcBef>
                <a:spcPts val="2000"/>
              </a:spcBef>
              <a:spcAft>
                <a:spcPts val="0"/>
              </a:spcAft>
              <a:buSzPts val="1620"/>
              <a:buNone/>
              <a:defRPr sz="1800" b="1"/>
            </a:lvl3pPr>
            <a:lvl4pPr marL="1828800" lvl="3" indent="-228600" algn="l">
              <a:lnSpc>
                <a:spcPct val="110000"/>
              </a:lnSpc>
              <a:spcBef>
                <a:spcPts val="2000"/>
              </a:spcBef>
              <a:spcAft>
                <a:spcPts val="0"/>
              </a:spcAft>
              <a:buSzPts val="1440"/>
              <a:buNone/>
              <a:defRPr sz="1600" b="1"/>
            </a:lvl4pPr>
            <a:lvl5pPr marL="2286000" lvl="4" indent="-228600" algn="l">
              <a:lnSpc>
                <a:spcPct val="110000"/>
              </a:lnSpc>
              <a:spcBef>
                <a:spcPts val="2000"/>
              </a:spcBef>
              <a:spcAft>
                <a:spcPts val="0"/>
              </a:spcAft>
              <a:buSzPts val="1440"/>
              <a:buNone/>
              <a:defRPr sz="1600" b="1"/>
            </a:lvl5pPr>
            <a:lvl6pPr marL="2743200" lvl="5" indent="-228600" algn="l">
              <a:lnSpc>
                <a:spcPct val="110000"/>
              </a:lnSpc>
              <a:spcBef>
                <a:spcPts val="2000"/>
              </a:spcBef>
              <a:spcAft>
                <a:spcPts val="0"/>
              </a:spcAft>
              <a:buSzPts val="1440"/>
              <a:buNone/>
              <a:defRPr sz="1600" b="1"/>
            </a:lvl6pPr>
            <a:lvl7pPr marL="3200400" lvl="6" indent="-228600" algn="l">
              <a:lnSpc>
                <a:spcPct val="110000"/>
              </a:lnSpc>
              <a:spcBef>
                <a:spcPts val="2000"/>
              </a:spcBef>
              <a:spcAft>
                <a:spcPts val="0"/>
              </a:spcAft>
              <a:buSzPts val="1440"/>
              <a:buNone/>
              <a:defRPr sz="1600" b="1"/>
            </a:lvl7pPr>
            <a:lvl8pPr marL="3657600" lvl="7" indent="-228600" algn="l">
              <a:lnSpc>
                <a:spcPct val="110000"/>
              </a:lnSpc>
              <a:spcBef>
                <a:spcPts val="2000"/>
              </a:spcBef>
              <a:spcAft>
                <a:spcPts val="0"/>
              </a:spcAft>
              <a:buSzPts val="1440"/>
              <a:buNone/>
              <a:defRPr sz="1600" b="1"/>
            </a:lvl8pPr>
            <a:lvl9pPr marL="4114800" lvl="8" indent="-228600" algn="l">
              <a:lnSpc>
                <a:spcPct val="110000"/>
              </a:lnSpc>
              <a:spcBef>
                <a:spcPts val="2000"/>
              </a:spcBef>
              <a:spcAft>
                <a:spcPts val="2000"/>
              </a:spcAft>
              <a:buSzPts val="1440"/>
              <a:buNone/>
              <a:defRPr sz="1600" b="1"/>
            </a:lvl9pPr>
          </a:lstStyle>
          <a:p>
            <a:endParaRPr/>
          </a:p>
        </p:txBody>
      </p:sp>
      <p:sp>
        <p:nvSpPr>
          <p:cNvPr id="167" name="Google Shape;167;p73"/>
          <p:cNvSpPr txBox="1">
            <a:spLocks noGrp="1"/>
          </p:cNvSpPr>
          <p:nvPr>
            <p:ph type="body" idx="4"/>
          </p:nvPr>
        </p:nvSpPr>
        <p:spPr>
          <a:xfrm>
            <a:off x="6164062" y="2325785"/>
            <a:ext cx="5342137" cy="3837537"/>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sz="2800"/>
            </a:lvl1pPr>
            <a:lvl2pPr marL="914400" lvl="1" indent="-365760" algn="l">
              <a:lnSpc>
                <a:spcPct val="110000"/>
              </a:lnSpc>
              <a:spcBef>
                <a:spcPts val="2000"/>
              </a:spcBef>
              <a:spcAft>
                <a:spcPts val="0"/>
              </a:spcAft>
              <a:buSzPts val="2160"/>
              <a:buFont typeface="Arial"/>
              <a:buChar char="–"/>
              <a:defRPr sz="2400"/>
            </a:lvl2pPr>
            <a:lvl3pPr marL="1371600" lvl="2" indent="-365760" algn="l">
              <a:lnSpc>
                <a:spcPct val="110000"/>
              </a:lnSpc>
              <a:spcBef>
                <a:spcPts val="2000"/>
              </a:spcBef>
              <a:spcAft>
                <a:spcPts val="0"/>
              </a:spcAft>
              <a:buSzPts val="2160"/>
              <a:buFont typeface="Arial"/>
              <a:buChar char="–"/>
              <a:defRPr sz="2400"/>
            </a:lvl3pPr>
            <a:lvl4pPr marL="1828800" lvl="3" indent="-365760" algn="l">
              <a:lnSpc>
                <a:spcPct val="110000"/>
              </a:lnSpc>
              <a:spcBef>
                <a:spcPts val="2000"/>
              </a:spcBef>
              <a:spcAft>
                <a:spcPts val="0"/>
              </a:spcAft>
              <a:buSzPts val="2160"/>
              <a:buFont typeface="Arial"/>
              <a:buChar char="–"/>
              <a:defRPr sz="2400"/>
            </a:lvl4pPr>
            <a:lvl5pPr marL="2286000" lvl="4" indent="-365760" algn="l">
              <a:lnSpc>
                <a:spcPct val="110000"/>
              </a:lnSpc>
              <a:spcBef>
                <a:spcPts val="2000"/>
              </a:spcBef>
              <a:spcAft>
                <a:spcPts val="0"/>
              </a:spcAft>
              <a:buSzPts val="2160"/>
              <a:buFont typeface="Arial"/>
              <a:buChar char="–"/>
              <a:defRPr sz="2400"/>
            </a:lvl5pPr>
            <a:lvl6pPr marL="2743200" lvl="5" indent="-365760" algn="l">
              <a:lnSpc>
                <a:spcPct val="110000"/>
              </a:lnSpc>
              <a:spcBef>
                <a:spcPts val="2000"/>
              </a:spcBef>
              <a:spcAft>
                <a:spcPts val="0"/>
              </a:spcAft>
              <a:buSzPts val="2160"/>
              <a:buFont typeface="Arial"/>
              <a:buChar char="–"/>
              <a:defRPr sz="2400"/>
            </a:lvl6pPr>
            <a:lvl7pPr marL="3200400" lvl="6" indent="-342900" algn="l">
              <a:lnSpc>
                <a:spcPct val="110000"/>
              </a:lnSpc>
              <a:spcBef>
                <a:spcPts val="2000"/>
              </a:spcBef>
              <a:spcAft>
                <a:spcPts val="0"/>
              </a:spcAft>
              <a:buSzPts val="1800"/>
              <a:buFont typeface="Arial"/>
              <a:buChar char="–"/>
              <a:defRPr sz="2000"/>
            </a:lvl7pPr>
            <a:lvl8pPr marL="3657600" lvl="7" indent="-342900" algn="l">
              <a:lnSpc>
                <a:spcPct val="110000"/>
              </a:lnSpc>
              <a:spcBef>
                <a:spcPts val="2000"/>
              </a:spcBef>
              <a:spcAft>
                <a:spcPts val="0"/>
              </a:spcAft>
              <a:buSzPts val="1800"/>
              <a:buFont typeface="Arial"/>
              <a:buChar char="–"/>
              <a:defRPr sz="2000"/>
            </a:lvl8pPr>
            <a:lvl9pPr marL="4114800" lvl="8" indent="-342900" algn="l">
              <a:lnSpc>
                <a:spcPct val="110000"/>
              </a:lnSpc>
              <a:spcBef>
                <a:spcPts val="2000"/>
              </a:spcBef>
              <a:spcAft>
                <a:spcPts val="2000"/>
              </a:spcAft>
              <a:buSzPts val="1800"/>
              <a:buFont typeface="Arial"/>
              <a:buChar char="–"/>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chemeClr val="lt1"/>
        </a:solidFill>
        <a:effectLst/>
      </p:bgPr>
    </p:bg>
    <p:spTree>
      <p:nvGrpSpPr>
        <p:cNvPr id="1" name="Shape 168"/>
        <p:cNvGrpSpPr/>
        <p:nvPr/>
      </p:nvGrpSpPr>
      <p:grpSpPr>
        <a:xfrm>
          <a:off x="0" y="0"/>
          <a:ext cx="0" cy="0"/>
          <a:chOff x="0" y="0"/>
          <a:chExt cx="0" cy="0"/>
        </a:xfrm>
      </p:grpSpPr>
      <p:sp>
        <p:nvSpPr>
          <p:cNvPr id="169" name="Google Shape;169;p74"/>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 name="Google Shape;170;p74"/>
          <p:cNvSpPr txBox="1">
            <a:spLocks noGrp="1"/>
          </p:cNvSpPr>
          <p:nvPr>
            <p:ph type="body" idx="1"/>
          </p:nvPr>
        </p:nvSpPr>
        <p:spPr>
          <a:xfrm>
            <a:off x="685801" y="1633491"/>
            <a:ext cx="5342137"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sz="2800"/>
            </a:lvl1pPr>
            <a:lvl2pPr marL="914400" lvl="1" indent="-365760" algn="l">
              <a:lnSpc>
                <a:spcPct val="110000"/>
              </a:lnSpc>
              <a:spcBef>
                <a:spcPts val="2000"/>
              </a:spcBef>
              <a:spcAft>
                <a:spcPts val="0"/>
              </a:spcAft>
              <a:buSzPts val="2160"/>
              <a:buFont typeface="Arial"/>
              <a:buChar char="–"/>
              <a:defRPr sz="2400"/>
            </a:lvl2pPr>
            <a:lvl3pPr marL="1371600" lvl="2" indent="-365760" algn="l">
              <a:lnSpc>
                <a:spcPct val="110000"/>
              </a:lnSpc>
              <a:spcBef>
                <a:spcPts val="2000"/>
              </a:spcBef>
              <a:spcAft>
                <a:spcPts val="0"/>
              </a:spcAft>
              <a:buSzPts val="2160"/>
              <a:buFont typeface="Arial"/>
              <a:buChar char="–"/>
              <a:defRPr sz="2400"/>
            </a:lvl3pPr>
            <a:lvl4pPr marL="1828800" lvl="3" indent="-365760" algn="l">
              <a:lnSpc>
                <a:spcPct val="110000"/>
              </a:lnSpc>
              <a:spcBef>
                <a:spcPts val="2000"/>
              </a:spcBef>
              <a:spcAft>
                <a:spcPts val="0"/>
              </a:spcAft>
              <a:buSzPts val="2160"/>
              <a:buFont typeface="Arial"/>
              <a:buChar char="–"/>
              <a:defRPr sz="2400"/>
            </a:lvl4pPr>
            <a:lvl5pPr marL="2286000" lvl="4" indent="-365760" algn="l">
              <a:lnSpc>
                <a:spcPct val="110000"/>
              </a:lnSpc>
              <a:spcBef>
                <a:spcPts val="2000"/>
              </a:spcBef>
              <a:spcAft>
                <a:spcPts val="0"/>
              </a:spcAft>
              <a:buSzPts val="2160"/>
              <a:buFont typeface="Arial"/>
              <a:buChar char="–"/>
              <a:defRPr sz="2400"/>
            </a:lvl5pPr>
            <a:lvl6pPr marL="2743200" lvl="5" indent="-365760" algn="l">
              <a:lnSpc>
                <a:spcPct val="110000"/>
              </a:lnSpc>
              <a:spcBef>
                <a:spcPts val="2000"/>
              </a:spcBef>
              <a:spcAft>
                <a:spcPts val="0"/>
              </a:spcAft>
              <a:buSzPts val="2160"/>
              <a:buFont typeface="Arial"/>
              <a:buChar char="–"/>
              <a:defRPr sz="2400"/>
            </a:lvl6pPr>
            <a:lvl7pPr marL="3200400" lvl="6" indent="-365760" algn="l">
              <a:lnSpc>
                <a:spcPct val="110000"/>
              </a:lnSpc>
              <a:spcBef>
                <a:spcPts val="2000"/>
              </a:spcBef>
              <a:spcAft>
                <a:spcPts val="0"/>
              </a:spcAft>
              <a:buSzPts val="2160"/>
              <a:buFont typeface="Arial"/>
              <a:buChar char="–"/>
              <a:defRPr sz="2400"/>
            </a:lvl7pPr>
            <a:lvl8pPr marL="3657600" lvl="7" indent="-342900" algn="l">
              <a:lnSpc>
                <a:spcPct val="110000"/>
              </a:lnSpc>
              <a:spcBef>
                <a:spcPts val="2000"/>
              </a:spcBef>
              <a:spcAft>
                <a:spcPts val="0"/>
              </a:spcAft>
              <a:buSzPts val="1800"/>
              <a:buFont typeface="Arial"/>
              <a:buChar char="–"/>
              <a:defRPr sz="2000"/>
            </a:lvl8pPr>
            <a:lvl9pPr marL="4114800" lvl="8" indent="-342900" algn="l">
              <a:lnSpc>
                <a:spcPct val="110000"/>
              </a:lnSpc>
              <a:spcBef>
                <a:spcPts val="2000"/>
              </a:spcBef>
              <a:spcAft>
                <a:spcPts val="2000"/>
              </a:spcAft>
              <a:buSzPts val="1800"/>
              <a:buFont typeface="Arial"/>
              <a:buChar char="–"/>
              <a:defRPr sz="2000"/>
            </a:lvl9pPr>
          </a:lstStyle>
          <a:p>
            <a:endParaRPr/>
          </a:p>
        </p:txBody>
      </p:sp>
      <p:sp>
        <p:nvSpPr>
          <p:cNvPr id="171" name="Google Shape;171;p74"/>
          <p:cNvSpPr txBox="1">
            <a:spLocks noGrp="1"/>
          </p:cNvSpPr>
          <p:nvPr>
            <p:ph type="body" idx="2"/>
          </p:nvPr>
        </p:nvSpPr>
        <p:spPr>
          <a:xfrm>
            <a:off x="6164062" y="1633491"/>
            <a:ext cx="5342137"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sz="2800"/>
            </a:lvl1pPr>
            <a:lvl2pPr marL="914400" lvl="1" indent="-365760" algn="l">
              <a:lnSpc>
                <a:spcPct val="110000"/>
              </a:lnSpc>
              <a:spcBef>
                <a:spcPts val="2000"/>
              </a:spcBef>
              <a:spcAft>
                <a:spcPts val="0"/>
              </a:spcAft>
              <a:buSzPts val="2160"/>
              <a:buFont typeface="Arial"/>
              <a:buChar char="–"/>
              <a:defRPr sz="2400"/>
            </a:lvl2pPr>
            <a:lvl3pPr marL="1371600" lvl="2" indent="-365760" algn="l">
              <a:lnSpc>
                <a:spcPct val="110000"/>
              </a:lnSpc>
              <a:spcBef>
                <a:spcPts val="2000"/>
              </a:spcBef>
              <a:spcAft>
                <a:spcPts val="0"/>
              </a:spcAft>
              <a:buSzPts val="2160"/>
              <a:buFont typeface="Arial"/>
              <a:buChar char="–"/>
              <a:defRPr sz="2400"/>
            </a:lvl3pPr>
            <a:lvl4pPr marL="1828800" lvl="3" indent="-365760" algn="l">
              <a:lnSpc>
                <a:spcPct val="110000"/>
              </a:lnSpc>
              <a:spcBef>
                <a:spcPts val="2000"/>
              </a:spcBef>
              <a:spcAft>
                <a:spcPts val="0"/>
              </a:spcAft>
              <a:buSzPts val="2160"/>
              <a:buFont typeface="Arial"/>
              <a:buChar char="–"/>
              <a:defRPr sz="2400"/>
            </a:lvl4pPr>
            <a:lvl5pPr marL="2286000" lvl="4" indent="-365760" algn="l">
              <a:lnSpc>
                <a:spcPct val="110000"/>
              </a:lnSpc>
              <a:spcBef>
                <a:spcPts val="2000"/>
              </a:spcBef>
              <a:spcAft>
                <a:spcPts val="0"/>
              </a:spcAft>
              <a:buSzPts val="2160"/>
              <a:buFont typeface="Arial"/>
              <a:buChar char="–"/>
              <a:defRPr sz="2400"/>
            </a:lvl5pPr>
            <a:lvl6pPr marL="2743200" lvl="5" indent="-365760" algn="l">
              <a:lnSpc>
                <a:spcPct val="110000"/>
              </a:lnSpc>
              <a:spcBef>
                <a:spcPts val="2000"/>
              </a:spcBef>
              <a:spcAft>
                <a:spcPts val="0"/>
              </a:spcAft>
              <a:buSzPts val="2160"/>
              <a:buFont typeface="Arial"/>
              <a:buChar char="–"/>
              <a:defRPr sz="2400"/>
            </a:lvl6pPr>
            <a:lvl7pPr marL="3200400" lvl="6" indent="-365760" algn="l">
              <a:lnSpc>
                <a:spcPct val="110000"/>
              </a:lnSpc>
              <a:spcBef>
                <a:spcPts val="2000"/>
              </a:spcBef>
              <a:spcAft>
                <a:spcPts val="0"/>
              </a:spcAft>
              <a:buSzPts val="2160"/>
              <a:buFont typeface="Arial"/>
              <a:buChar char="–"/>
              <a:defRPr sz="2400"/>
            </a:lvl7pPr>
            <a:lvl8pPr marL="3657600" lvl="7" indent="-342900" algn="l">
              <a:lnSpc>
                <a:spcPct val="110000"/>
              </a:lnSpc>
              <a:spcBef>
                <a:spcPts val="2000"/>
              </a:spcBef>
              <a:spcAft>
                <a:spcPts val="0"/>
              </a:spcAft>
              <a:buSzPts val="1800"/>
              <a:buFont typeface="Arial"/>
              <a:buChar char="–"/>
              <a:defRPr sz="2000"/>
            </a:lvl8pPr>
            <a:lvl9pPr marL="4114800" lvl="8" indent="-342900" algn="l">
              <a:lnSpc>
                <a:spcPct val="110000"/>
              </a:lnSpc>
              <a:spcBef>
                <a:spcPts val="2000"/>
              </a:spcBef>
              <a:spcAft>
                <a:spcPts val="2000"/>
              </a:spcAft>
              <a:buSzPts val="1800"/>
              <a:buFont typeface="Arial"/>
              <a:buChar char="–"/>
              <a:defRPr sz="20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Topics">
  <p:cSld name="Three Topics">
    <p:spTree>
      <p:nvGrpSpPr>
        <p:cNvPr id="1" name="Shape 172"/>
        <p:cNvGrpSpPr/>
        <p:nvPr/>
      </p:nvGrpSpPr>
      <p:grpSpPr>
        <a:xfrm>
          <a:off x="0" y="0"/>
          <a:ext cx="0" cy="0"/>
          <a:chOff x="0" y="0"/>
          <a:chExt cx="0" cy="0"/>
        </a:xfrm>
      </p:grpSpPr>
      <p:sp>
        <p:nvSpPr>
          <p:cNvPr id="173" name="Google Shape;173;p75"/>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75"/>
          <p:cNvSpPr txBox="1">
            <a:spLocks noGrp="1"/>
          </p:cNvSpPr>
          <p:nvPr>
            <p:ph type="body" idx="1"/>
          </p:nvPr>
        </p:nvSpPr>
        <p:spPr>
          <a:xfrm>
            <a:off x="691046" y="1636683"/>
            <a:ext cx="3200400" cy="45355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Font typeface="Arial"/>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42900" algn="l">
              <a:lnSpc>
                <a:spcPct val="110000"/>
              </a:lnSpc>
              <a:spcBef>
                <a:spcPts val="2000"/>
              </a:spcBef>
              <a:spcAft>
                <a:spcPts val="0"/>
              </a:spcAft>
              <a:buSzPts val="1800"/>
              <a:buFont typeface="Noto Sans Symbols"/>
              <a:buChar char="▪"/>
              <a:defRPr sz="2400"/>
            </a:lvl3pPr>
            <a:lvl4pPr marL="1828800" lvl="3" indent="-342900" algn="l">
              <a:lnSpc>
                <a:spcPct val="110000"/>
              </a:lnSpc>
              <a:spcBef>
                <a:spcPts val="2000"/>
              </a:spcBef>
              <a:spcAft>
                <a:spcPts val="0"/>
              </a:spcAft>
              <a:buSzPts val="1800"/>
              <a:buFont typeface="Noto Sans Symbols"/>
              <a:buChar char="▪"/>
              <a:defRPr sz="2400"/>
            </a:lvl4pPr>
            <a:lvl5pPr marL="2286000" lvl="4" indent="-342900" algn="l">
              <a:lnSpc>
                <a:spcPct val="110000"/>
              </a:lnSpc>
              <a:spcBef>
                <a:spcPts val="2000"/>
              </a:spcBef>
              <a:spcAft>
                <a:spcPts val="0"/>
              </a:spcAft>
              <a:buSzPts val="1800"/>
              <a:buFont typeface="Noto Sans Symbols"/>
              <a:buChar char="▪"/>
              <a:defRPr sz="2400"/>
            </a:lvl5pPr>
            <a:lvl6pPr marL="2743200" lvl="5" indent="-342900" algn="l">
              <a:lnSpc>
                <a:spcPct val="110000"/>
              </a:lnSpc>
              <a:spcBef>
                <a:spcPts val="2000"/>
              </a:spcBef>
              <a:spcAft>
                <a:spcPts val="0"/>
              </a:spcAft>
              <a:buSzPts val="1800"/>
              <a:buFont typeface="Noto Sans Symbols"/>
              <a:buChar char="▪"/>
              <a:defRPr sz="2400"/>
            </a:lvl6pPr>
            <a:lvl7pPr marL="3200400" lvl="6" indent="-342900" algn="l">
              <a:lnSpc>
                <a:spcPct val="110000"/>
              </a:lnSpc>
              <a:spcBef>
                <a:spcPts val="2000"/>
              </a:spcBef>
              <a:spcAft>
                <a:spcPts val="0"/>
              </a:spcAft>
              <a:buSzPts val="1800"/>
              <a:buFont typeface="Noto Sans Symbols"/>
              <a:buChar char="▪"/>
              <a:defRPr sz="2400"/>
            </a:lvl7pPr>
            <a:lvl8pPr marL="3657600" lvl="7" indent="-228600" algn="l">
              <a:lnSpc>
                <a:spcPct val="110000"/>
              </a:lnSpc>
              <a:spcBef>
                <a:spcPts val="2000"/>
              </a:spcBef>
              <a:spcAft>
                <a:spcPts val="0"/>
              </a:spcAft>
              <a:buSzPts val="1500"/>
              <a:buFont typeface="Noto Sans Symbols"/>
              <a:buNone/>
              <a:defRPr sz="20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
        <p:nvSpPr>
          <p:cNvPr id="175" name="Google Shape;175;p75"/>
          <p:cNvSpPr txBox="1">
            <a:spLocks noGrp="1"/>
          </p:cNvSpPr>
          <p:nvPr>
            <p:ph type="body" idx="2"/>
          </p:nvPr>
        </p:nvSpPr>
        <p:spPr>
          <a:xfrm>
            <a:off x="4495800" y="1636683"/>
            <a:ext cx="3200400" cy="45355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42900" algn="l">
              <a:lnSpc>
                <a:spcPct val="110000"/>
              </a:lnSpc>
              <a:spcBef>
                <a:spcPts val="2000"/>
              </a:spcBef>
              <a:spcAft>
                <a:spcPts val="0"/>
              </a:spcAft>
              <a:buSzPts val="1800"/>
              <a:buFont typeface="Noto Sans Symbols"/>
              <a:buChar char="▪"/>
              <a:defRPr sz="2400"/>
            </a:lvl3pPr>
            <a:lvl4pPr marL="1828800" lvl="3" indent="-342900" algn="l">
              <a:lnSpc>
                <a:spcPct val="110000"/>
              </a:lnSpc>
              <a:spcBef>
                <a:spcPts val="2000"/>
              </a:spcBef>
              <a:spcAft>
                <a:spcPts val="0"/>
              </a:spcAft>
              <a:buSzPts val="1800"/>
              <a:buFont typeface="Noto Sans Symbols"/>
              <a:buChar char="▪"/>
              <a:defRPr sz="2400"/>
            </a:lvl4pPr>
            <a:lvl5pPr marL="2286000" lvl="4" indent="-342900" algn="l">
              <a:lnSpc>
                <a:spcPct val="110000"/>
              </a:lnSpc>
              <a:spcBef>
                <a:spcPts val="2000"/>
              </a:spcBef>
              <a:spcAft>
                <a:spcPts val="0"/>
              </a:spcAft>
              <a:buSzPts val="1800"/>
              <a:buFont typeface="Noto Sans Symbols"/>
              <a:buChar char="▪"/>
              <a:defRPr sz="2400"/>
            </a:lvl5pPr>
            <a:lvl6pPr marL="2743200" lvl="5" indent="-342900" algn="l">
              <a:lnSpc>
                <a:spcPct val="110000"/>
              </a:lnSpc>
              <a:spcBef>
                <a:spcPts val="2000"/>
              </a:spcBef>
              <a:spcAft>
                <a:spcPts val="0"/>
              </a:spcAft>
              <a:buSzPts val="1800"/>
              <a:buFont typeface="Noto Sans Symbols"/>
              <a:buChar char="▪"/>
              <a:defRPr sz="2400"/>
            </a:lvl6pPr>
            <a:lvl7pPr marL="3200400" lvl="6" indent="-342900" algn="l">
              <a:lnSpc>
                <a:spcPct val="110000"/>
              </a:lnSpc>
              <a:spcBef>
                <a:spcPts val="2000"/>
              </a:spcBef>
              <a:spcAft>
                <a:spcPts val="0"/>
              </a:spcAft>
              <a:buSzPts val="1800"/>
              <a:buFont typeface="Noto Sans Symbols"/>
              <a:buChar char="▪"/>
              <a:defRPr sz="2400"/>
            </a:lvl7pPr>
            <a:lvl8pPr marL="3657600" lvl="7" indent="-323850" algn="l">
              <a:lnSpc>
                <a:spcPct val="110000"/>
              </a:lnSpc>
              <a:spcBef>
                <a:spcPts val="2000"/>
              </a:spcBef>
              <a:spcAft>
                <a:spcPts val="0"/>
              </a:spcAft>
              <a:buSzPts val="1500"/>
              <a:buFont typeface="Noto Sans Symbols"/>
              <a:buChar char="▪"/>
              <a:defRPr sz="20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
        <p:nvSpPr>
          <p:cNvPr id="176" name="Google Shape;176;p75"/>
          <p:cNvSpPr txBox="1">
            <a:spLocks noGrp="1"/>
          </p:cNvSpPr>
          <p:nvPr>
            <p:ph type="body" idx="3"/>
          </p:nvPr>
        </p:nvSpPr>
        <p:spPr>
          <a:xfrm>
            <a:off x="8305800" y="1636683"/>
            <a:ext cx="3200400" cy="45355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42900" algn="l">
              <a:lnSpc>
                <a:spcPct val="110000"/>
              </a:lnSpc>
              <a:spcBef>
                <a:spcPts val="2000"/>
              </a:spcBef>
              <a:spcAft>
                <a:spcPts val="0"/>
              </a:spcAft>
              <a:buSzPts val="1800"/>
              <a:buFont typeface="Noto Sans Symbols"/>
              <a:buChar char="▪"/>
              <a:defRPr sz="2400"/>
            </a:lvl3pPr>
            <a:lvl4pPr marL="1828800" lvl="3" indent="-342900" algn="l">
              <a:lnSpc>
                <a:spcPct val="110000"/>
              </a:lnSpc>
              <a:spcBef>
                <a:spcPts val="2000"/>
              </a:spcBef>
              <a:spcAft>
                <a:spcPts val="0"/>
              </a:spcAft>
              <a:buSzPts val="1800"/>
              <a:buFont typeface="Noto Sans Symbols"/>
              <a:buChar char="▪"/>
              <a:defRPr sz="2400"/>
            </a:lvl4pPr>
            <a:lvl5pPr marL="2286000" lvl="4" indent="-342900" algn="l">
              <a:lnSpc>
                <a:spcPct val="110000"/>
              </a:lnSpc>
              <a:spcBef>
                <a:spcPts val="2000"/>
              </a:spcBef>
              <a:spcAft>
                <a:spcPts val="0"/>
              </a:spcAft>
              <a:buSzPts val="1800"/>
              <a:buFont typeface="Noto Sans Symbols"/>
              <a:buChar char="▪"/>
              <a:defRPr sz="2400"/>
            </a:lvl5pPr>
            <a:lvl6pPr marL="2743200" lvl="5" indent="-342900" algn="l">
              <a:lnSpc>
                <a:spcPct val="110000"/>
              </a:lnSpc>
              <a:spcBef>
                <a:spcPts val="2000"/>
              </a:spcBef>
              <a:spcAft>
                <a:spcPts val="0"/>
              </a:spcAft>
              <a:buSzPts val="1800"/>
              <a:buFont typeface="Noto Sans Symbols"/>
              <a:buChar char="▪"/>
              <a:defRPr sz="2400"/>
            </a:lvl6pPr>
            <a:lvl7pPr marL="3200400" lvl="6" indent="-342900" algn="l">
              <a:lnSpc>
                <a:spcPct val="110000"/>
              </a:lnSpc>
              <a:spcBef>
                <a:spcPts val="2000"/>
              </a:spcBef>
              <a:spcAft>
                <a:spcPts val="0"/>
              </a:spcAft>
              <a:buSzPts val="1800"/>
              <a:buFont typeface="Noto Sans Symbols"/>
              <a:buChar char="▪"/>
              <a:defRPr sz="2400"/>
            </a:lvl7pPr>
            <a:lvl8pPr marL="3657600" lvl="7" indent="-323850" algn="l">
              <a:lnSpc>
                <a:spcPct val="110000"/>
              </a:lnSpc>
              <a:spcBef>
                <a:spcPts val="2000"/>
              </a:spcBef>
              <a:spcAft>
                <a:spcPts val="0"/>
              </a:spcAft>
              <a:buSzPts val="1500"/>
              <a:buFont typeface="Noto Sans Symbols"/>
              <a:buChar char="▪"/>
              <a:defRPr sz="20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ree Topics (Banner)">
  <p:cSld name="Three Topics (Banner)">
    <p:spTree>
      <p:nvGrpSpPr>
        <p:cNvPr id="1" name="Shape 177"/>
        <p:cNvGrpSpPr/>
        <p:nvPr/>
      </p:nvGrpSpPr>
      <p:grpSpPr>
        <a:xfrm>
          <a:off x="0" y="0"/>
          <a:ext cx="0" cy="0"/>
          <a:chOff x="0" y="0"/>
          <a:chExt cx="0" cy="0"/>
        </a:xfrm>
      </p:grpSpPr>
      <p:sp>
        <p:nvSpPr>
          <p:cNvPr id="178" name="Google Shape;178;p76"/>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76"/>
          <p:cNvSpPr>
            <a:spLocks noGrp="1"/>
          </p:cNvSpPr>
          <p:nvPr>
            <p:ph type="pic" idx="2"/>
          </p:nvPr>
        </p:nvSpPr>
        <p:spPr>
          <a:xfrm>
            <a:off x="0" y="3771900"/>
            <a:ext cx="12192000" cy="3086100"/>
          </a:xfrm>
          <a:prstGeom prst="rect">
            <a:avLst/>
          </a:prstGeom>
          <a:solidFill>
            <a:srgbClr val="C3D1DD"/>
          </a:solidFill>
          <a:ln>
            <a:noFill/>
          </a:ln>
        </p:spPr>
      </p:sp>
      <p:sp>
        <p:nvSpPr>
          <p:cNvPr id="180" name="Google Shape;180;p76"/>
          <p:cNvSpPr txBox="1">
            <a:spLocks noGrp="1"/>
          </p:cNvSpPr>
          <p:nvPr>
            <p:ph type="body" idx="1"/>
          </p:nvPr>
        </p:nvSpPr>
        <p:spPr>
          <a:xfrm>
            <a:off x="691046"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42900" algn="l">
              <a:lnSpc>
                <a:spcPct val="110000"/>
              </a:lnSpc>
              <a:spcBef>
                <a:spcPts val="2000"/>
              </a:spcBef>
              <a:spcAft>
                <a:spcPts val="0"/>
              </a:spcAft>
              <a:buSzPts val="1800"/>
              <a:buFont typeface="Noto Sans Symbols"/>
              <a:buChar char="▪"/>
              <a:defRPr sz="2400"/>
            </a:lvl3pPr>
            <a:lvl4pPr marL="1828800" lvl="3" indent="-228600" algn="l">
              <a:lnSpc>
                <a:spcPct val="110000"/>
              </a:lnSpc>
              <a:spcBef>
                <a:spcPts val="2000"/>
              </a:spcBef>
              <a:spcAft>
                <a:spcPts val="0"/>
              </a:spcAft>
              <a:buSzPts val="1500"/>
              <a:buFont typeface="Noto Sans Symbols"/>
              <a:buNone/>
              <a:defRPr sz="2000"/>
            </a:lvl4pPr>
            <a:lvl5pPr marL="2286000" lvl="4" indent="-323850" algn="l">
              <a:lnSpc>
                <a:spcPct val="110000"/>
              </a:lnSpc>
              <a:spcBef>
                <a:spcPts val="2000"/>
              </a:spcBef>
              <a:spcAft>
                <a:spcPts val="0"/>
              </a:spcAft>
              <a:buSzPts val="1500"/>
              <a:buFont typeface="Noto Sans Symbols"/>
              <a:buChar char="▪"/>
              <a:defRPr sz="2000"/>
            </a:lvl5pPr>
            <a:lvl6pPr marL="2743200" lvl="5" indent="-323850" algn="l">
              <a:lnSpc>
                <a:spcPct val="110000"/>
              </a:lnSpc>
              <a:spcBef>
                <a:spcPts val="2000"/>
              </a:spcBef>
              <a:spcAft>
                <a:spcPts val="0"/>
              </a:spcAft>
              <a:buSzPts val="1500"/>
              <a:buFont typeface="Noto Sans Symbols"/>
              <a:buChar char="▪"/>
              <a:defRPr sz="2000"/>
            </a:lvl6pPr>
            <a:lvl7pPr marL="3200400" lvl="6" indent="-323850" algn="l">
              <a:lnSpc>
                <a:spcPct val="110000"/>
              </a:lnSpc>
              <a:spcBef>
                <a:spcPts val="2000"/>
              </a:spcBef>
              <a:spcAft>
                <a:spcPts val="0"/>
              </a:spcAft>
              <a:buSzPts val="1500"/>
              <a:buFont typeface="Noto Sans Symbols"/>
              <a:buChar char="▪"/>
              <a:defRPr sz="2000"/>
            </a:lvl7pPr>
            <a:lvl8pPr marL="3657600" lvl="7" indent="-323850" algn="l">
              <a:lnSpc>
                <a:spcPct val="110000"/>
              </a:lnSpc>
              <a:spcBef>
                <a:spcPts val="2000"/>
              </a:spcBef>
              <a:spcAft>
                <a:spcPts val="0"/>
              </a:spcAft>
              <a:buSzPts val="1500"/>
              <a:buFont typeface="Noto Sans Symbols"/>
              <a:buChar char="▪"/>
              <a:defRPr sz="20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
        <p:nvSpPr>
          <p:cNvPr id="181" name="Google Shape;181;p76"/>
          <p:cNvSpPr txBox="1">
            <a:spLocks noGrp="1"/>
          </p:cNvSpPr>
          <p:nvPr>
            <p:ph type="body" idx="3"/>
          </p:nvPr>
        </p:nvSpPr>
        <p:spPr>
          <a:xfrm>
            <a:off x="4495800"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42900" algn="l">
              <a:lnSpc>
                <a:spcPct val="110000"/>
              </a:lnSpc>
              <a:spcBef>
                <a:spcPts val="2000"/>
              </a:spcBef>
              <a:spcAft>
                <a:spcPts val="0"/>
              </a:spcAft>
              <a:buSzPts val="1800"/>
              <a:buFont typeface="Noto Sans Symbols"/>
              <a:buChar char="▪"/>
              <a:defRPr sz="2400"/>
            </a:lvl3pPr>
            <a:lvl4pPr marL="1828800" lvl="3" indent="-323850" algn="l">
              <a:lnSpc>
                <a:spcPct val="110000"/>
              </a:lnSpc>
              <a:spcBef>
                <a:spcPts val="2000"/>
              </a:spcBef>
              <a:spcAft>
                <a:spcPts val="0"/>
              </a:spcAft>
              <a:buSzPts val="1500"/>
              <a:buFont typeface="Noto Sans Symbols"/>
              <a:buChar char="▪"/>
              <a:defRPr sz="2000"/>
            </a:lvl4pPr>
            <a:lvl5pPr marL="2286000" lvl="4" indent="-323850" algn="l">
              <a:lnSpc>
                <a:spcPct val="110000"/>
              </a:lnSpc>
              <a:spcBef>
                <a:spcPts val="2000"/>
              </a:spcBef>
              <a:spcAft>
                <a:spcPts val="0"/>
              </a:spcAft>
              <a:buSzPts val="1500"/>
              <a:buFont typeface="Noto Sans Symbols"/>
              <a:buChar char="▪"/>
              <a:defRPr sz="2000"/>
            </a:lvl5pPr>
            <a:lvl6pPr marL="2743200" lvl="5" indent="-323850" algn="l">
              <a:lnSpc>
                <a:spcPct val="110000"/>
              </a:lnSpc>
              <a:spcBef>
                <a:spcPts val="2000"/>
              </a:spcBef>
              <a:spcAft>
                <a:spcPts val="0"/>
              </a:spcAft>
              <a:buSzPts val="1500"/>
              <a:buFont typeface="Noto Sans Symbols"/>
              <a:buChar char="▪"/>
              <a:defRPr sz="2000"/>
            </a:lvl6pPr>
            <a:lvl7pPr marL="3200400" lvl="6" indent="-323850" algn="l">
              <a:lnSpc>
                <a:spcPct val="110000"/>
              </a:lnSpc>
              <a:spcBef>
                <a:spcPts val="2000"/>
              </a:spcBef>
              <a:spcAft>
                <a:spcPts val="0"/>
              </a:spcAft>
              <a:buSzPts val="1500"/>
              <a:buFont typeface="Noto Sans Symbols"/>
              <a:buChar char="▪"/>
              <a:defRPr sz="2000"/>
            </a:lvl7pPr>
            <a:lvl8pPr marL="3657600" lvl="7" indent="-323850" algn="l">
              <a:lnSpc>
                <a:spcPct val="110000"/>
              </a:lnSpc>
              <a:spcBef>
                <a:spcPts val="2000"/>
              </a:spcBef>
              <a:spcAft>
                <a:spcPts val="0"/>
              </a:spcAft>
              <a:buSzPts val="1500"/>
              <a:buFont typeface="Noto Sans Symbols"/>
              <a:buChar char="▪"/>
              <a:defRPr sz="20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
        <p:nvSpPr>
          <p:cNvPr id="182" name="Google Shape;182;p76"/>
          <p:cNvSpPr txBox="1">
            <a:spLocks noGrp="1"/>
          </p:cNvSpPr>
          <p:nvPr>
            <p:ph type="body" idx="4"/>
          </p:nvPr>
        </p:nvSpPr>
        <p:spPr>
          <a:xfrm>
            <a:off x="8305800" y="1636683"/>
            <a:ext cx="3200400" cy="17923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50519" algn="l">
              <a:lnSpc>
                <a:spcPct val="110000"/>
              </a:lnSpc>
              <a:spcBef>
                <a:spcPts val="2000"/>
              </a:spcBef>
              <a:spcAft>
                <a:spcPts val="0"/>
              </a:spcAft>
              <a:buSzPts val="1920"/>
              <a:buFont typeface="Noto Sans Symbols"/>
              <a:buChar char="▪"/>
              <a:defRPr sz="2400"/>
            </a:lvl2pPr>
            <a:lvl3pPr marL="1371600" lvl="2" indent="-350519" algn="l">
              <a:lnSpc>
                <a:spcPct val="110000"/>
              </a:lnSpc>
              <a:spcBef>
                <a:spcPts val="2000"/>
              </a:spcBef>
              <a:spcAft>
                <a:spcPts val="0"/>
              </a:spcAft>
              <a:buSzPts val="1920"/>
              <a:buFont typeface="Noto Sans Symbols"/>
              <a:buChar char="▪"/>
              <a:defRPr sz="2400"/>
            </a:lvl3pPr>
            <a:lvl4pPr marL="1828800" lvl="3" indent="-350519" algn="l">
              <a:lnSpc>
                <a:spcPct val="110000"/>
              </a:lnSpc>
              <a:spcBef>
                <a:spcPts val="2000"/>
              </a:spcBef>
              <a:spcAft>
                <a:spcPts val="0"/>
              </a:spcAft>
              <a:buSzPts val="1920"/>
              <a:buFont typeface="Arial"/>
              <a:buChar char="•"/>
              <a:defRPr sz="2400"/>
            </a:lvl4pPr>
            <a:lvl5pPr marL="2286000" lvl="4" indent="-350520" algn="l">
              <a:lnSpc>
                <a:spcPct val="110000"/>
              </a:lnSpc>
              <a:spcBef>
                <a:spcPts val="2000"/>
              </a:spcBef>
              <a:spcAft>
                <a:spcPts val="0"/>
              </a:spcAft>
              <a:buSzPts val="1920"/>
              <a:buFont typeface="Noto Sans Symbols"/>
              <a:buChar char="▪"/>
              <a:defRPr sz="2400">
                <a:solidFill>
                  <a:schemeClr val="dk1"/>
                </a:solidFill>
                <a:latin typeface="Arial"/>
                <a:ea typeface="Arial"/>
                <a:cs typeface="Arial"/>
                <a:sym typeface="Arial"/>
              </a:defRPr>
            </a:lvl5pPr>
            <a:lvl6pPr marL="2743200" lvl="5" indent="-350520" algn="l">
              <a:lnSpc>
                <a:spcPct val="110000"/>
              </a:lnSpc>
              <a:spcBef>
                <a:spcPts val="2000"/>
              </a:spcBef>
              <a:spcAft>
                <a:spcPts val="0"/>
              </a:spcAft>
              <a:buSzPts val="1920"/>
              <a:buFont typeface="Noto Sans Symbols"/>
              <a:buChar char="▪"/>
              <a:defRPr sz="2400"/>
            </a:lvl6pPr>
            <a:lvl7pPr marL="3200400" lvl="6" indent="-350520" algn="l">
              <a:lnSpc>
                <a:spcPct val="110000"/>
              </a:lnSpc>
              <a:spcBef>
                <a:spcPts val="2000"/>
              </a:spcBef>
              <a:spcAft>
                <a:spcPts val="0"/>
              </a:spcAft>
              <a:buSzPts val="1920"/>
              <a:buFont typeface="Noto Sans Symbols"/>
              <a:buChar char="▪"/>
              <a:defRPr sz="2400"/>
            </a:lvl7pPr>
            <a:lvl8pPr marL="3657600" lvl="7" indent="-350520" algn="l">
              <a:lnSpc>
                <a:spcPct val="110000"/>
              </a:lnSpc>
              <a:spcBef>
                <a:spcPts val="2000"/>
              </a:spcBef>
              <a:spcAft>
                <a:spcPts val="0"/>
              </a:spcAft>
              <a:buSzPts val="1920"/>
              <a:buFont typeface="Noto Sans Symbols"/>
              <a:buChar char="▪"/>
              <a:defRPr sz="2400"/>
            </a:lvl8pPr>
            <a:lvl9pPr marL="4114800" lvl="8" indent="-350520" algn="l">
              <a:lnSpc>
                <a:spcPct val="110000"/>
              </a:lnSpc>
              <a:spcBef>
                <a:spcPts val="2000"/>
              </a:spcBef>
              <a:spcAft>
                <a:spcPts val="2000"/>
              </a:spcAft>
              <a:buSzPts val="1920"/>
              <a:buFont typeface="Noto Sans Symbols"/>
              <a:buChar char="▪"/>
              <a:defRPr sz="24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Topics (Pictures Left)">
  <p:cSld name="Three Topics (Pictures Left)">
    <p:spTree>
      <p:nvGrpSpPr>
        <p:cNvPr id="1" name="Shape 183"/>
        <p:cNvGrpSpPr/>
        <p:nvPr/>
      </p:nvGrpSpPr>
      <p:grpSpPr>
        <a:xfrm>
          <a:off x="0" y="0"/>
          <a:ext cx="0" cy="0"/>
          <a:chOff x="0" y="0"/>
          <a:chExt cx="0" cy="0"/>
        </a:xfrm>
      </p:grpSpPr>
      <p:sp>
        <p:nvSpPr>
          <p:cNvPr id="184" name="Google Shape;184;p77"/>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77"/>
          <p:cNvSpPr txBox="1">
            <a:spLocks noGrp="1"/>
          </p:cNvSpPr>
          <p:nvPr>
            <p:ph type="body" idx="1"/>
          </p:nvPr>
        </p:nvSpPr>
        <p:spPr>
          <a:xfrm>
            <a:off x="2476500" y="1968672"/>
            <a:ext cx="5424488"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23850" algn="l">
              <a:lnSpc>
                <a:spcPct val="110000"/>
              </a:lnSpc>
              <a:spcBef>
                <a:spcPts val="2000"/>
              </a:spcBef>
              <a:spcAft>
                <a:spcPts val="0"/>
              </a:spcAft>
              <a:buSzPts val="1500"/>
              <a:buFont typeface="Noto Sans Symbols"/>
              <a:buChar char="▪"/>
              <a:defRPr sz="2000"/>
            </a:lvl3pPr>
            <a:lvl4pPr marL="1828800" lvl="3" indent="-323850" algn="l">
              <a:lnSpc>
                <a:spcPct val="110000"/>
              </a:lnSpc>
              <a:spcBef>
                <a:spcPts val="2000"/>
              </a:spcBef>
              <a:spcAft>
                <a:spcPts val="0"/>
              </a:spcAft>
              <a:buSzPts val="1500"/>
              <a:buFont typeface="Noto Sans Symbols"/>
              <a:buChar char="▪"/>
              <a:defRPr sz="2000"/>
            </a:lvl4pPr>
            <a:lvl5pPr marL="2286000" lvl="4" indent="-323850" algn="l">
              <a:lnSpc>
                <a:spcPct val="110000"/>
              </a:lnSpc>
              <a:spcBef>
                <a:spcPts val="2000"/>
              </a:spcBef>
              <a:spcAft>
                <a:spcPts val="0"/>
              </a:spcAft>
              <a:buSzPts val="1500"/>
              <a:buFont typeface="Noto Sans Symbols"/>
              <a:buChar char="▪"/>
              <a:defRPr sz="2000"/>
            </a:lvl5pPr>
            <a:lvl6pPr marL="2743200" lvl="5" indent="-323850" algn="l">
              <a:lnSpc>
                <a:spcPct val="110000"/>
              </a:lnSpc>
              <a:spcBef>
                <a:spcPts val="2000"/>
              </a:spcBef>
              <a:spcAft>
                <a:spcPts val="0"/>
              </a:spcAft>
              <a:buSzPts val="1500"/>
              <a:buFont typeface="Noto Sans Symbols"/>
              <a:buChar char="▪"/>
              <a:defRPr sz="2000"/>
            </a:lvl6pPr>
            <a:lvl7pPr marL="3200400" lvl="6" indent="-323850" algn="l">
              <a:lnSpc>
                <a:spcPct val="110000"/>
              </a:lnSpc>
              <a:spcBef>
                <a:spcPts val="2000"/>
              </a:spcBef>
              <a:spcAft>
                <a:spcPts val="0"/>
              </a:spcAft>
              <a:buSzPts val="1500"/>
              <a:buFont typeface="Noto Sans Symbols"/>
              <a:buChar char="▪"/>
              <a:defRPr sz="2000"/>
            </a:lvl7pPr>
            <a:lvl8pPr marL="3657600" lvl="7" indent="-350520" algn="l">
              <a:lnSpc>
                <a:spcPct val="110000"/>
              </a:lnSpc>
              <a:spcBef>
                <a:spcPts val="2000"/>
              </a:spcBef>
              <a:spcAft>
                <a:spcPts val="0"/>
              </a:spcAft>
              <a:buSzPts val="1920"/>
              <a:buFont typeface="Noto Sans Symbols"/>
              <a:buChar char="▪"/>
              <a:defRPr sz="24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
        <p:nvSpPr>
          <p:cNvPr id="186" name="Google Shape;186;p77"/>
          <p:cNvSpPr txBox="1">
            <a:spLocks noGrp="1"/>
          </p:cNvSpPr>
          <p:nvPr>
            <p:ph type="body" idx="2"/>
          </p:nvPr>
        </p:nvSpPr>
        <p:spPr>
          <a:xfrm>
            <a:off x="2476500" y="5063646"/>
            <a:ext cx="5424488"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323850" algn="l">
              <a:lnSpc>
                <a:spcPct val="110000"/>
              </a:lnSpc>
              <a:spcBef>
                <a:spcPts val="2000"/>
              </a:spcBef>
              <a:spcAft>
                <a:spcPts val="0"/>
              </a:spcAft>
              <a:buSzPts val="1500"/>
              <a:buFont typeface="Noto Sans Symbols"/>
              <a:buChar char="▪"/>
              <a:defRPr sz="2000"/>
            </a:lvl3pPr>
            <a:lvl4pPr marL="1828800" lvl="3" indent="-323850" algn="l">
              <a:lnSpc>
                <a:spcPct val="110000"/>
              </a:lnSpc>
              <a:spcBef>
                <a:spcPts val="2000"/>
              </a:spcBef>
              <a:spcAft>
                <a:spcPts val="0"/>
              </a:spcAft>
              <a:buSzPts val="1500"/>
              <a:buFont typeface="Noto Sans Symbols"/>
              <a:buChar char="▪"/>
              <a:defRPr sz="2000"/>
            </a:lvl4pPr>
            <a:lvl5pPr marL="2286000" lvl="4" indent="-323850" algn="l">
              <a:lnSpc>
                <a:spcPct val="110000"/>
              </a:lnSpc>
              <a:spcBef>
                <a:spcPts val="2000"/>
              </a:spcBef>
              <a:spcAft>
                <a:spcPts val="0"/>
              </a:spcAft>
              <a:buSzPts val="1500"/>
              <a:buFont typeface="Noto Sans Symbols"/>
              <a:buChar char="▪"/>
              <a:defRPr sz="2000"/>
            </a:lvl5pPr>
            <a:lvl6pPr marL="2743200" lvl="5" indent="-323850" algn="l">
              <a:lnSpc>
                <a:spcPct val="110000"/>
              </a:lnSpc>
              <a:spcBef>
                <a:spcPts val="2000"/>
              </a:spcBef>
              <a:spcAft>
                <a:spcPts val="0"/>
              </a:spcAft>
              <a:buSzPts val="1500"/>
              <a:buFont typeface="Noto Sans Symbols"/>
              <a:buChar char="▪"/>
              <a:defRPr sz="2000"/>
            </a:lvl6pPr>
            <a:lvl7pPr marL="3200400" lvl="6" indent="-323850" algn="l">
              <a:lnSpc>
                <a:spcPct val="110000"/>
              </a:lnSpc>
              <a:spcBef>
                <a:spcPts val="2000"/>
              </a:spcBef>
              <a:spcAft>
                <a:spcPts val="0"/>
              </a:spcAft>
              <a:buSzPts val="1500"/>
              <a:buFont typeface="Noto Sans Symbols"/>
              <a:buChar char="▪"/>
              <a:defRPr sz="2000"/>
            </a:lvl7pPr>
            <a:lvl8pPr marL="3657600" lvl="7" indent="-323850" algn="l">
              <a:lnSpc>
                <a:spcPct val="110000"/>
              </a:lnSpc>
              <a:spcBef>
                <a:spcPts val="2000"/>
              </a:spcBef>
              <a:spcAft>
                <a:spcPts val="0"/>
              </a:spcAft>
              <a:buSzPts val="1500"/>
              <a:buFont typeface="Noto Sans Symbols"/>
              <a:buChar char="▪"/>
              <a:defRPr sz="2000"/>
            </a:lvl8pPr>
            <a:lvl9pPr marL="4114800" lvl="8" indent="-323850" algn="l">
              <a:lnSpc>
                <a:spcPct val="110000"/>
              </a:lnSpc>
              <a:spcBef>
                <a:spcPts val="2000"/>
              </a:spcBef>
              <a:spcAft>
                <a:spcPts val="2000"/>
              </a:spcAft>
              <a:buSzPts val="1500"/>
              <a:buFont typeface="Noto Sans Symbols"/>
              <a:buChar char="▪"/>
              <a:defRPr sz="2000"/>
            </a:lvl9pPr>
          </a:lstStyle>
          <a:p>
            <a:endParaRPr/>
          </a:p>
        </p:txBody>
      </p:sp>
      <p:sp>
        <p:nvSpPr>
          <p:cNvPr id="187" name="Google Shape;187;p77"/>
          <p:cNvSpPr txBox="1">
            <a:spLocks noGrp="1"/>
          </p:cNvSpPr>
          <p:nvPr>
            <p:ph type="body" idx="3"/>
          </p:nvPr>
        </p:nvSpPr>
        <p:spPr>
          <a:xfrm>
            <a:off x="2476500" y="3516160"/>
            <a:ext cx="5424488"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50519" algn="l">
              <a:lnSpc>
                <a:spcPct val="110000"/>
              </a:lnSpc>
              <a:spcBef>
                <a:spcPts val="2000"/>
              </a:spcBef>
              <a:spcAft>
                <a:spcPts val="0"/>
              </a:spcAft>
              <a:buSzPts val="1920"/>
              <a:buFont typeface="Noto Sans Symbols"/>
              <a:buChar char="▪"/>
              <a:defRPr sz="2400"/>
            </a:lvl2pPr>
            <a:lvl3pPr marL="1371600" lvl="2" indent="-330200" algn="l">
              <a:lnSpc>
                <a:spcPct val="110000"/>
              </a:lnSpc>
              <a:spcBef>
                <a:spcPts val="2000"/>
              </a:spcBef>
              <a:spcAft>
                <a:spcPts val="0"/>
              </a:spcAft>
              <a:buSzPts val="1600"/>
              <a:buFont typeface="Noto Sans Symbols"/>
              <a:buChar char="▪"/>
              <a:defRPr sz="2000"/>
            </a:lvl3pPr>
            <a:lvl4pPr marL="1828800" lvl="3" indent="-330200" algn="l">
              <a:lnSpc>
                <a:spcPct val="110000"/>
              </a:lnSpc>
              <a:spcBef>
                <a:spcPts val="2000"/>
              </a:spcBef>
              <a:spcAft>
                <a:spcPts val="0"/>
              </a:spcAft>
              <a:buSzPts val="1600"/>
              <a:buFont typeface="Noto Sans Symbols"/>
              <a:buChar char="▪"/>
              <a:defRPr sz="2000"/>
            </a:lvl4pPr>
            <a:lvl5pPr marL="2286000" lvl="4" indent="-330200" algn="l">
              <a:lnSpc>
                <a:spcPct val="110000"/>
              </a:lnSpc>
              <a:spcBef>
                <a:spcPts val="2000"/>
              </a:spcBef>
              <a:spcAft>
                <a:spcPts val="0"/>
              </a:spcAft>
              <a:buSzPts val="1600"/>
              <a:buFont typeface="Noto Sans Symbols"/>
              <a:buChar char="▪"/>
              <a:defRPr sz="2000"/>
            </a:lvl5pPr>
            <a:lvl6pPr marL="2743200" lvl="5" indent="-330200" algn="l">
              <a:lnSpc>
                <a:spcPct val="110000"/>
              </a:lnSpc>
              <a:spcBef>
                <a:spcPts val="2000"/>
              </a:spcBef>
              <a:spcAft>
                <a:spcPts val="0"/>
              </a:spcAft>
              <a:buSzPts val="1600"/>
              <a:buFont typeface="Noto Sans Symbols"/>
              <a:buChar char="▪"/>
              <a:defRPr sz="2000"/>
            </a:lvl6pPr>
            <a:lvl7pPr marL="3200400" lvl="6" indent="-330200" algn="l">
              <a:lnSpc>
                <a:spcPct val="110000"/>
              </a:lnSpc>
              <a:spcBef>
                <a:spcPts val="2000"/>
              </a:spcBef>
              <a:spcAft>
                <a:spcPts val="0"/>
              </a:spcAft>
              <a:buSzPts val="1600"/>
              <a:buFont typeface="Noto Sans Symbols"/>
              <a:buChar char="▪"/>
              <a:defRPr sz="2000"/>
            </a:lvl7pPr>
            <a:lvl8pPr marL="3657600" lvl="7" indent="-330200" algn="l">
              <a:lnSpc>
                <a:spcPct val="110000"/>
              </a:lnSpc>
              <a:spcBef>
                <a:spcPts val="2000"/>
              </a:spcBef>
              <a:spcAft>
                <a:spcPts val="0"/>
              </a:spcAft>
              <a:buSzPts val="1600"/>
              <a:buFont typeface="Noto Sans Symbols"/>
              <a:buChar char="▪"/>
              <a:defRPr sz="2000"/>
            </a:lvl8pPr>
            <a:lvl9pPr marL="4114800" lvl="8" indent="-330200" algn="l">
              <a:lnSpc>
                <a:spcPct val="110000"/>
              </a:lnSpc>
              <a:spcBef>
                <a:spcPts val="2000"/>
              </a:spcBef>
              <a:spcAft>
                <a:spcPts val="2000"/>
              </a:spcAft>
              <a:buSzPts val="1600"/>
              <a:buFont typeface="Noto Sans Symbols"/>
              <a:buChar char="▪"/>
              <a:defRPr sz="2000"/>
            </a:lvl9pPr>
          </a:lstStyle>
          <a:p>
            <a:endParaRPr/>
          </a:p>
        </p:txBody>
      </p:sp>
      <p:sp>
        <p:nvSpPr>
          <p:cNvPr id="188" name="Google Shape;188;p77"/>
          <p:cNvSpPr>
            <a:spLocks noGrp="1"/>
          </p:cNvSpPr>
          <p:nvPr>
            <p:ph type="pic" idx="4"/>
          </p:nvPr>
        </p:nvSpPr>
        <p:spPr>
          <a:xfrm>
            <a:off x="691047" y="1864750"/>
            <a:ext cx="1534262" cy="1315777"/>
          </a:xfrm>
          <a:prstGeom prst="rect">
            <a:avLst/>
          </a:prstGeom>
          <a:noFill/>
          <a:ln>
            <a:noFill/>
          </a:ln>
        </p:spPr>
      </p:sp>
      <p:sp>
        <p:nvSpPr>
          <p:cNvPr id="189" name="Google Shape;189;p77"/>
          <p:cNvSpPr>
            <a:spLocks noGrp="1"/>
          </p:cNvSpPr>
          <p:nvPr>
            <p:ph type="pic" idx="5"/>
          </p:nvPr>
        </p:nvSpPr>
        <p:spPr>
          <a:xfrm>
            <a:off x="691048" y="3412237"/>
            <a:ext cx="1534262" cy="1315777"/>
          </a:xfrm>
          <a:prstGeom prst="rect">
            <a:avLst/>
          </a:prstGeom>
          <a:noFill/>
          <a:ln>
            <a:noFill/>
          </a:ln>
        </p:spPr>
      </p:sp>
      <p:sp>
        <p:nvSpPr>
          <p:cNvPr id="190" name="Google Shape;190;p77"/>
          <p:cNvSpPr>
            <a:spLocks noGrp="1"/>
          </p:cNvSpPr>
          <p:nvPr>
            <p:ph type="pic" idx="6"/>
          </p:nvPr>
        </p:nvSpPr>
        <p:spPr>
          <a:xfrm>
            <a:off x="691048" y="4959723"/>
            <a:ext cx="1534262" cy="1315777"/>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ultiple Topics (Pictures Left)">
  <p:cSld name="Multiple Topics (Pictures Left)">
    <p:spTree>
      <p:nvGrpSpPr>
        <p:cNvPr id="1" name="Shape 191"/>
        <p:cNvGrpSpPr/>
        <p:nvPr/>
      </p:nvGrpSpPr>
      <p:grpSpPr>
        <a:xfrm>
          <a:off x="0" y="0"/>
          <a:ext cx="0" cy="0"/>
          <a:chOff x="0" y="0"/>
          <a:chExt cx="0" cy="0"/>
        </a:xfrm>
      </p:grpSpPr>
      <p:sp>
        <p:nvSpPr>
          <p:cNvPr id="192" name="Google Shape;192;p78"/>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78"/>
          <p:cNvSpPr txBox="1">
            <a:spLocks noGrp="1"/>
          </p:cNvSpPr>
          <p:nvPr>
            <p:ph type="body" idx="1"/>
          </p:nvPr>
        </p:nvSpPr>
        <p:spPr>
          <a:xfrm>
            <a:off x="2476500" y="1968672"/>
            <a:ext cx="3009900"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228600" algn="l">
              <a:lnSpc>
                <a:spcPct val="110000"/>
              </a:lnSpc>
              <a:spcBef>
                <a:spcPts val="2000"/>
              </a:spcBef>
              <a:spcAft>
                <a:spcPts val="0"/>
              </a:spcAft>
              <a:buSzPts val="2520"/>
              <a:buNone/>
              <a:defRPr sz="2800"/>
            </a:lvl3pPr>
            <a:lvl4pPr marL="1828800" lvl="3" indent="-228600" algn="l">
              <a:lnSpc>
                <a:spcPct val="110000"/>
              </a:lnSpc>
              <a:spcBef>
                <a:spcPts val="2000"/>
              </a:spcBef>
              <a:spcAft>
                <a:spcPts val="0"/>
              </a:spcAft>
              <a:buSzPts val="2520"/>
              <a:buNone/>
              <a:defRPr sz="2800"/>
            </a:lvl4pPr>
            <a:lvl5pPr marL="2286000" lvl="4" indent="-228600" algn="l">
              <a:lnSpc>
                <a:spcPct val="110000"/>
              </a:lnSpc>
              <a:spcBef>
                <a:spcPts val="2000"/>
              </a:spcBef>
              <a:spcAft>
                <a:spcPts val="0"/>
              </a:spcAft>
              <a:buSzPts val="2520"/>
              <a:buNone/>
              <a:defRPr sz="2800"/>
            </a:lvl5pPr>
            <a:lvl6pPr marL="2743200" lvl="5" indent="-228600" algn="l">
              <a:lnSpc>
                <a:spcPct val="110000"/>
              </a:lnSpc>
              <a:spcBef>
                <a:spcPts val="2000"/>
              </a:spcBef>
              <a:spcAft>
                <a:spcPts val="0"/>
              </a:spcAft>
              <a:buSzPts val="2520"/>
              <a:buNone/>
              <a:defRPr sz="2800"/>
            </a:lvl6pPr>
            <a:lvl7pPr marL="3200400" lvl="6" indent="-228600" algn="l">
              <a:lnSpc>
                <a:spcPct val="110000"/>
              </a:lnSpc>
              <a:spcBef>
                <a:spcPts val="2000"/>
              </a:spcBef>
              <a:spcAft>
                <a:spcPts val="0"/>
              </a:spcAft>
              <a:buSzPts val="2520"/>
              <a:buNone/>
              <a:defRPr sz="2800"/>
            </a:lvl7pPr>
            <a:lvl8pPr marL="3657600" lvl="7" indent="-228600" algn="l">
              <a:lnSpc>
                <a:spcPct val="110000"/>
              </a:lnSpc>
              <a:spcBef>
                <a:spcPts val="2000"/>
              </a:spcBef>
              <a:spcAft>
                <a:spcPts val="0"/>
              </a:spcAft>
              <a:buSzPts val="2520"/>
              <a:buNone/>
              <a:defRPr sz="2800"/>
            </a:lvl8pPr>
            <a:lvl9pPr marL="4114800" lvl="8" indent="-228600" algn="l">
              <a:lnSpc>
                <a:spcPct val="110000"/>
              </a:lnSpc>
              <a:spcBef>
                <a:spcPts val="2000"/>
              </a:spcBef>
              <a:spcAft>
                <a:spcPts val="2000"/>
              </a:spcAft>
              <a:buSzPts val="2520"/>
              <a:buNone/>
              <a:defRPr sz="2800"/>
            </a:lvl9pPr>
          </a:lstStyle>
          <a:p>
            <a:endParaRPr/>
          </a:p>
        </p:txBody>
      </p:sp>
      <p:sp>
        <p:nvSpPr>
          <p:cNvPr id="194" name="Google Shape;194;p78"/>
          <p:cNvSpPr txBox="1">
            <a:spLocks noGrp="1"/>
          </p:cNvSpPr>
          <p:nvPr>
            <p:ph type="body" idx="2"/>
          </p:nvPr>
        </p:nvSpPr>
        <p:spPr>
          <a:xfrm>
            <a:off x="2476500" y="3516160"/>
            <a:ext cx="3009900"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Font typeface="Arial"/>
              <a:buNone/>
              <a:defRPr sz="2800"/>
            </a:lvl1pPr>
            <a:lvl2pPr marL="914400" lvl="1" indent="-342900" algn="l">
              <a:lnSpc>
                <a:spcPct val="110000"/>
              </a:lnSpc>
              <a:spcBef>
                <a:spcPts val="2000"/>
              </a:spcBef>
              <a:spcAft>
                <a:spcPts val="0"/>
              </a:spcAft>
              <a:buSzPts val="1800"/>
              <a:buFont typeface="Noto Sans Symbols"/>
              <a:buChar char="▪"/>
              <a:defRPr sz="2400"/>
            </a:lvl2pPr>
            <a:lvl3pPr marL="1371600" lvl="2" indent="-228600" algn="l">
              <a:lnSpc>
                <a:spcPct val="110000"/>
              </a:lnSpc>
              <a:spcBef>
                <a:spcPts val="2000"/>
              </a:spcBef>
              <a:spcAft>
                <a:spcPts val="0"/>
              </a:spcAft>
              <a:buSzPts val="2520"/>
              <a:buFont typeface="Arial"/>
              <a:buNone/>
              <a:defRPr sz="2800"/>
            </a:lvl3pPr>
            <a:lvl4pPr marL="1828800" lvl="3" indent="-228600" algn="l">
              <a:lnSpc>
                <a:spcPct val="110000"/>
              </a:lnSpc>
              <a:spcBef>
                <a:spcPts val="2000"/>
              </a:spcBef>
              <a:spcAft>
                <a:spcPts val="0"/>
              </a:spcAft>
              <a:buSzPts val="2520"/>
              <a:buFont typeface="Arial"/>
              <a:buNone/>
              <a:defRPr sz="2800"/>
            </a:lvl4pPr>
            <a:lvl5pPr marL="2286000" lvl="4" indent="-228600" algn="l">
              <a:lnSpc>
                <a:spcPct val="110000"/>
              </a:lnSpc>
              <a:spcBef>
                <a:spcPts val="2000"/>
              </a:spcBef>
              <a:spcAft>
                <a:spcPts val="0"/>
              </a:spcAft>
              <a:buSzPts val="2520"/>
              <a:buFont typeface="Arial"/>
              <a:buNone/>
              <a:defRPr sz="2800"/>
            </a:lvl5pPr>
            <a:lvl6pPr marL="2743200" lvl="5" indent="-228600" algn="l">
              <a:lnSpc>
                <a:spcPct val="110000"/>
              </a:lnSpc>
              <a:spcBef>
                <a:spcPts val="2000"/>
              </a:spcBef>
              <a:spcAft>
                <a:spcPts val="0"/>
              </a:spcAft>
              <a:buSzPts val="2520"/>
              <a:buFont typeface="Arial"/>
              <a:buNone/>
              <a:defRPr sz="2800"/>
            </a:lvl6pPr>
            <a:lvl7pPr marL="3200400" lvl="6" indent="-228600" algn="l">
              <a:lnSpc>
                <a:spcPct val="110000"/>
              </a:lnSpc>
              <a:spcBef>
                <a:spcPts val="2000"/>
              </a:spcBef>
              <a:spcAft>
                <a:spcPts val="0"/>
              </a:spcAft>
              <a:buSzPts val="2520"/>
              <a:buFont typeface="Arial"/>
              <a:buNone/>
              <a:defRPr sz="2800"/>
            </a:lvl7pPr>
            <a:lvl8pPr marL="3657600" lvl="7" indent="-228600" algn="l">
              <a:lnSpc>
                <a:spcPct val="110000"/>
              </a:lnSpc>
              <a:spcBef>
                <a:spcPts val="2000"/>
              </a:spcBef>
              <a:spcAft>
                <a:spcPts val="0"/>
              </a:spcAft>
              <a:buSzPts val="2520"/>
              <a:buFont typeface="Arial"/>
              <a:buNone/>
              <a:defRPr sz="2800"/>
            </a:lvl8pPr>
            <a:lvl9pPr marL="4114800" lvl="8" indent="-228600" algn="l">
              <a:lnSpc>
                <a:spcPct val="110000"/>
              </a:lnSpc>
              <a:spcBef>
                <a:spcPts val="2000"/>
              </a:spcBef>
              <a:spcAft>
                <a:spcPts val="2000"/>
              </a:spcAft>
              <a:buSzPts val="2520"/>
              <a:buFont typeface="Arial"/>
              <a:buNone/>
              <a:defRPr sz="2800"/>
            </a:lvl9pPr>
          </a:lstStyle>
          <a:p>
            <a:endParaRPr/>
          </a:p>
        </p:txBody>
      </p:sp>
      <p:sp>
        <p:nvSpPr>
          <p:cNvPr id="195" name="Google Shape;195;p78"/>
          <p:cNvSpPr txBox="1">
            <a:spLocks noGrp="1"/>
          </p:cNvSpPr>
          <p:nvPr>
            <p:ph type="body" idx="3"/>
          </p:nvPr>
        </p:nvSpPr>
        <p:spPr>
          <a:xfrm>
            <a:off x="8152179" y="1968672"/>
            <a:ext cx="3009900"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520"/>
              <a:buNone/>
              <a:defRPr sz="2800"/>
            </a:lvl2pPr>
            <a:lvl3pPr marL="1371600" lvl="2" indent="-228600" algn="l">
              <a:lnSpc>
                <a:spcPct val="110000"/>
              </a:lnSpc>
              <a:spcBef>
                <a:spcPts val="2000"/>
              </a:spcBef>
              <a:spcAft>
                <a:spcPts val="0"/>
              </a:spcAft>
              <a:buSzPts val="2520"/>
              <a:buNone/>
              <a:defRPr sz="2800"/>
            </a:lvl3pPr>
            <a:lvl4pPr marL="1828800" lvl="3" indent="-228600" algn="l">
              <a:lnSpc>
                <a:spcPct val="110000"/>
              </a:lnSpc>
              <a:spcBef>
                <a:spcPts val="2000"/>
              </a:spcBef>
              <a:spcAft>
                <a:spcPts val="0"/>
              </a:spcAft>
              <a:buSzPts val="2520"/>
              <a:buNone/>
              <a:defRPr sz="2800"/>
            </a:lvl4pPr>
            <a:lvl5pPr marL="2286000" lvl="4" indent="-228600" algn="l">
              <a:lnSpc>
                <a:spcPct val="110000"/>
              </a:lnSpc>
              <a:spcBef>
                <a:spcPts val="2000"/>
              </a:spcBef>
              <a:spcAft>
                <a:spcPts val="0"/>
              </a:spcAft>
              <a:buSzPts val="2520"/>
              <a:buNone/>
              <a:defRPr sz="2800"/>
            </a:lvl5pPr>
            <a:lvl6pPr marL="2743200" lvl="5" indent="-228600" algn="l">
              <a:lnSpc>
                <a:spcPct val="110000"/>
              </a:lnSpc>
              <a:spcBef>
                <a:spcPts val="2000"/>
              </a:spcBef>
              <a:spcAft>
                <a:spcPts val="0"/>
              </a:spcAft>
              <a:buSzPts val="2520"/>
              <a:buNone/>
              <a:defRPr sz="2800"/>
            </a:lvl6pPr>
            <a:lvl7pPr marL="3200400" lvl="6" indent="-228600" algn="l">
              <a:lnSpc>
                <a:spcPct val="110000"/>
              </a:lnSpc>
              <a:spcBef>
                <a:spcPts val="2000"/>
              </a:spcBef>
              <a:spcAft>
                <a:spcPts val="0"/>
              </a:spcAft>
              <a:buSzPts val="2520"/>
              <a:buNone/>
              <a:defRPr sz="2800"/>
            </a:lvl7pPr>
            <a:lvl8pPr marL="3657600" lvl="7" indent="-228600" algn="l">
              <a:lnSpc>
                <a:spcPct val="110000"/>
              </a:lnSpc>
              <a:spcBef>
                <a:spcPts val="2000"/>
              </a:spcBef>
              <a:spcAft>
                <a:spcPts val="0"/>
              </a:spcAft>
              <a:buSzPts val="2520"/>
              <a:buNone/>
              <a:defRPr sz="2800"/>
            </a:lvl8pPr>
            <a:lvl9pPr marL="4114800" lvl="8" indent="-228600" algn="l">
              <a:lnSpc>
                <a:spcPct val="110000"/>
              </a:lnSpc>
              <a:spcBef>
                <a:spcPts val="2000"/>
              </a:spcBef>
              <a:spcAft>
                <a:spcPts val="2000"/>
              </a:spcAft>
              <a:buSzPts val="2520"/>
              <a:buNone/>
              <a:defRPr sz="2800"/>
            </a:lvl9pPr>
          </a:lstStyle>
          <a:p>
            <a:endParaRPr/>
          </a:p>
        </p:txBody>
      </p:sp>
      <p:sp>
        <p:nvSpPr>
          <p:cNvPr id="196" name="Google Shape;196;p78"/>
          <p:cNvSpPr txBox="1">
            <a:spLocks noGrp="1"/>
          </p:cNvSpPr>
          <p:nvPr>
            <p:ph type="body" idx="4"/>
          </p:nvPr>
        </p:nvSpPr>
        <p:spPr>
          <a:xfrm>
            <a:off x="8152179" y="3516160"/>
            <a:ext cx="3009900"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520"/>
              <a:buNone/>
              <a:defRPr sz="2800"/>
            </a:lvl2pPr>
            <a:lvl3pPr marL="1371600" lvl="2" indent="-228600" algn="l">
              <a:lnSpc>
                <a:spcPct val="110000"/>
              </a:lnSpc>
              <a:spcBef>
                <a:spcPts val="2000"/>
              </a:spcBef>
              <a:spcAft>
                <a:spcPts val="0"/>
              </a:spcAft>
              <a:buSzPts val="2520"/>
              <a:buNone/>
              <a:defRPr sz="2800"/>
            </a:lvl3pPr>
            <a:lvl4pPr marL="1828800" lvl="3" indent="-228600" algn="l">
              <a:lnSpc>
                <a:spcPct val="110000"/>
              </a:lnSpc>
              <a:spcBef>
                <a:spcPts val="2000"/>
              </a:spcBef>
              <a:spcAft>
                <a:spcPts val="0"/>
              </a:spcAft>
              <a:buSzPts val="2520"/>
              <a:buNone/>
              <a:defRPr sz="2800"/>
            </a:lvl4pPr>
            <a:lvl5pPr marL="2286000" lvl="4" indent="-228600" algn="l">
              <a:lnSpc>
                <a:spcPct val="110000"/>
              </a:lnSpc>
              <a:spcBef>
                <a:spcPts val="2000"/>
              </a:spcBef>
              <a:spcAft>
                <a:spcPts val="0"/>
              </a:spcAft>
              <a:buSzPts val="2520"/>
              <a:buNone/>
              <a:defRPr sz="2800"/>
            </a:lvl5pPr>
            <a:lvl6pPr marL="2743200" lvl="5" indent="-228600" algn="l">
              <a:lnSpc>
                <a:spcPct val="110000"/>
              </a:lnSpc>
              <a:spcBef>
                <a:spcPts val="2000"/>
              </a:spcBef>
              <a:spcAft>
                <a:spcPts val="0"/>
              </a:spcAft>
              <a:buSzPts val="2520"/>
              <a:buNone/>
              <a:defRPr sz="2800"/>
            </a:lvl6pPr>
            <a:lvl7pPr marL="3200400" lvl="6" indent="-228600" algn="l">
              <a:lnSpc>
                <a:spcPct val="110000"/>
              </a:lnSpc>
              <a:spcBef>
                <a:spcPts val="2000"/>
              </a:spcBef>
              <a:spcAft>
                <a:spcPts val="0"/>
              </a:spcAft>
              <a:buSzPts val="2520"/>
              <a:buNone/>
              <a:defRPr sz="2800"/>
            </a:lvl7pPr>
            <a:lvl8pPr marL="3657600" lvl="7" indent="-228600" algn="l">
              <a:lnSpc>
                <a:spcPct val="110000"/>
              </a:lnSpc>
              <a:spcBef>
                <a:spcPts val="2000"/>
              </a:spcBef>
              <a:spcAft>
                <a:spcPts val="0"/>
              </a:spcAft>
              <a:buSzPts val="2520"/>
              <a:buNone/>
              <a:defRPr sz="2800"/>
            </a:lvl8pPr>
            <a:lvl9pPr marL="4114800" lvl="8" indent="-228600" algn="l">
              <a:lnSpc>
                <a:spcPct val="110000"/>
              </a:lnSpc>
              <a:spcBef>
                <a:spcPts val="2000"/>
              </a:spcBef>
              <a:spcAft>
                <a:spcPts val="2000"/>
              </a:spcAft>
              <a:buSzPts val="2520"/>
              <a:buNone/>
              <a:defRPr sz="2800"/>
            </a:lvl9pPr>
          </a:lstStyle>
          <a:p>
            <a:endParaRPr/>
          </a:p>
        </p:txBody>
      </p:sp>
      <p:sp>
        <p:nvSpPr>
          <p:cNvPr id="197" name="Google Shape;197;p78"/>
          <p:cNvSpPr>
            <a:spLocks noGrp="1"/>
          </p:cNvSpPr>
          <p:nvPr>
            <p:ph type="pic" idx="5"/>
          </p:nvPr>
        </p:nvSpPr>
        <p:spPr>
          <a:xfrm>
            <a:off x="691047" y="1864750"/>
            <a:ext cx="1534262" cy="1315777"/>
          </a:xfrm>
          <a:prstGeom prst="rect">
            <a:avLst/>
          </a:prstGeom>
          <a:noFill/>
          <a:ln>
            <a:noFill/>
          </a:ln>
        </p:spPr>
      </p:sp>
      <p:sp>
        <p:nvSpPr>
          <p:cNvPr id="198" name="Google Shape;198;p78"/>
          <p:cNvSpPr>
            <a:spLocks noGrp="1"/>
          </p:cNvSpPr>
          <p:nvPr>
            <p:ph type="pic" idx="6"/>
          </p:nvPr>
        </p:nvSpPr>
        <p:spPr>
          <a:xfrm>
            <a:off x="6366726" y="1865909"/>
            <a:ext cx="1534262" cy="1315777"/>
          </a:xfrm>
          <a:prstGeom prst="rect">
            <a:avLst/>
          </a:prstGeom>
          <a:noFill/>
          <a:ln>
            <a:noFill/>
          </a:ln>
        </p:spPr>
      </p:sp>
      <p:sp>
        <p:nvSpPr>
          <p:cNvPr id="199" name="Google Shape;199;p78"/>
          <p:cNvSpPr>
            <a:spLocks noGrp="1"/>
          </p:cNvSpPr>
          <p:nvPr>
            <p:ph type="pic" idx="7"/>
          </p:nvPr>
        </p:nvSpPr>
        <p:spPr>
          <a:xfrm>
            <a:off x="691048" y="3412237"/>
            <a:ext cx="1534262" cy="1315777"/>
          </a:xfrm>
          <a:prstGeom prst="rect">
            <a:avLst/>
          </a:prstGeom>
          <a:noFill/>
          <a:ln>
            <a:noFill/>
          </a:ln>
        </p:spPr>
      </p:sp>
      <p:sp>
        <p:nvSpPr>
          <p:cNvPr id="200" name="Google Shape;200;p78"/>
          <p:cNvSpPr>
            <a:spLocks noGrp="1"/>
          </p:cNvSpPr>
          <p:nvPr>
            <p:ph type="pic" idx="8"/>
          </p:nvPr>
        </p:nvSpPr>
        <p:spPr>
          <a:xfrm>
            <a:off x="6366726" y="3412237"/>
            <a:ext cx="1534262" cy="1315777"/>
          </a:xfrm>
          <a:prstGeom prst="rect">
            <a:avLst/>
          </a:prstGeom>
          <a:noFill/>
          <a:ln>
            <a:noFill/>
          </a:ln>
        </p:spPr>
      </p:sp>
      <p:sp>
        <p:nvSpPr>
          <p:cNvPr id="201" name="Google Shape;201;p78"/>
          <p:cNvSpPr txBox="1">
            <a:spLocks noGrp="1"/>
          </p:cNvSpPr>
          <p:nvPr>
            <p:ph type="body" idx="9"/>
          </p:nvPr>
        </p:nvSpPr>
        <p:spPr>
          <a:xfrm>
            <a:off x="2476500" y="5063646"/>
            <a:ext cx="3009900"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31470" algn="l">
              <a:lnSpc>
                <a:spcPct val="110000"/>
              </a:lnSpc>
              <a:spcBef>
                <a:spcPts val="2000"/>
              </a:spcBef>
              <a:spcAft>
                <a:spcPts val="0"/>
              </a:spcAft>
              <a:buSzPts val="1620"/>
              <a:buChar char="–"/>
              <a:defRPr/>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202" name="Google Shape;202;p78"/>
          <p:cNvSpPr txBox="1">
            <a:spLocks noGrp="1"/>
          </p:cNvSpPr>
          <p:nvPr>
            <p:ph type="body" idx="13"/>
          </p:nvPr>
        </p:nvSpPr>
        <p:spPr>
          <a:xfrm>
            <a:off x="8152179" y="5063646"/>
            <a:ext cx="3009900" cy="1107932"/>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31470" algn="l">
              <a:lnSpc>
                <a:spcPct val="110000"/>
              </a:lnSpc>
              <a:spcBef>
                <a:spcPts val="2000"/>
              </a:spcBef>
              <a:spcAft>
                <a:spcPts val="0"/>
              </a:spcAft>
              <a:buSzPts val="1620"/>
              <a:buChar char="–"/>
              <a:defRPr/>
            </a:lvl5pPr>
            <a:lvl6pPr marL="2743200" lvl="5" indent="-331470" algn="l">
              <a:lnSpc>
                <a:spcPct val="110000"/>
              </a:lnSpc>
              <a:spcBef>
                <a:spcPts val="2000"/>
              </a:spcBef>
              <a:spcAft>
                <a:spcPts val="0"/>
              </a:spcAft>
              <a:buSzPts val="1620"/>
              <a:buChar char="–"/>
              <a:defRPr/>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
        <p:nvSpPr>
          <p:cNvPr id="203" name="Google Shape;203;p78"/>
          <p:cNvSpPr>
            <a:spLocks noGrp="1"/>
          </p:cNvSpPr>
          <p:nvPr>
            <p:ph type="pic" idx="14"/>
          </p:nvPr>
        </p:nvSpPr>
        <p:spPr>
          <a:xfrm>
            <a:off x="691047" y="4959724"/>
            <a:ext cx="1534262" cy="1315777"/>
          </a:xfrm>
          <a:prstGeom prst="rect">
            <a:avLst/>
          </a:prstGeom>
          <a:noFill/>
          <a:ln>
            <a:noFill/>
          </a:ln>
        </p:spPr>
      </p:sp>
      <p:sp>
        <p:nvSpPr>
          <p:cNvPr id="204" name="Google Shape;204;p78"/>
          <p:cNvSpPr>
            <a:spLocks noGrp="1"/>
          </p:cNvSpPr>
          <p:nvPr>
            <p:ph type="pic" idx="15"/>
          </p:nvPr>
        </p:nvSpPr>
        <p:spPr>
          <a:xfrm>
            <a:off x="6366726" y="4959724"/>
            <a:ext cx="1534262" cy="1315777"/>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Four Topics (Pictures)">
  <p:cSld name="Four Topics (Pictures)">
    <p:spTree>
      <p:nvGrpSpPr>
        <p:cNvPr id="1" name="Shape 205"/>
        <p:cNvGrpSpPr/>
        <p:nvPr/>
      </p:nvGrpSpPr>
      <p:grpSpPr>
        <a:xfrm>
          <a:off x="0" y="0"/>
          <a:ext cx="0" cy="0"/>
          <a:chOff x="0" y="0"/>
          <a:chExt cx="0" cy="0"/>
        </a:xfrm>
      </p:grpSpPr>
      <p:sp>
        <p:nvSpPr>
          <p:cNvPr id="206" name="Google Shape;206;p79"/>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79"/>
          <p:cNvSpPr>
            <a:spLocks noGrp="1"/>
          </p:cNvSpPr>
          <p:nvPr>
            <p:ph type="pic" idx="2"/>
          </p:nvPr>
        </p:nvSpPr>
        <p:spPr>
          <a:xfrm>
            <a:off x="691046" y="2400300"/>
            <a:ext cx="2395054" cy="3771900"/>
          </a:xfrm>
          <a:prstGeom prst="rect">
            <a:avLst/>
          </a:prstGeom>
          <a:solidFill>
            <a:srgbClr val="C3D1DD"/>
          </a:solidFill>
          <a:ln>
            <a:noFill/>
          </a:ln>
        </p:spPr>
      </p:sp>
      <p:sp>
        <p:nvSpPr>
          <p:cNvPr id="208" name="Google Shape;208;p79"/>
          <p:cNvSpPr>
            <a:spLocks noGrp="1"/>
          </p:cNvSpPr>
          <p:nvPr>
            <p:ph type="pic" idx="3"/>
          </p:nvPr>
        </p:nvSpPr>
        <p:spPr>
          <a:xfrm>
            <a:off x="9108525" y="2400300"/>
            <a:ext cx="2395054" cy="3771900"/>
          </a:xfrm>
          <a:prstGeom prst="rect">
            <a:avLst/>
          </a:prstGeom>
          <a:solidFill>
            <a:srgbClr val="C3D1DD"/>
          </a:solidFill>
          <a:ln>
            <a:noFill/>
          </a:ln>
        </p:spPr>
      </p:sp>
      <p:sp>
        <p:nvSpPr>
          <p:cNvPr id="209" name="Google Shape;209;p79"/>
          <p:cNvSpPr txBox="1">
            <a:spLocks noGrp="1"/>
          </p:cNvSpPr>
          <p:nvPr>
            <p:ph type="body" idx="1"/>
          </p:nvPr>
        </p:nvSpPr>
        <p:spPr>
          <a:xfrm>
            <a:off x="9111146" y="1636683"/>
            <a:ext cx="2395054" cy="4207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228600" algn="l">
              <a:lnSpc>
                <a:spcPct val="110000"/>
              </a:lnSpc>
              <a:spcBef>
                <a:spcPts val="2000"/>
              </a:spcBef>
              <a:spcAft>
                <a:spcPts val="0"/>
              </a:spcAft>
              <a:buSzPts val="2160"/>
              <a:buNone/>
              <a:defRPr sz="2400"/>
            </a:lvl7pPr>
            <a:lvl8pPr marL="3657600" lvl="7" indent="-228600" algn="l">
              <a:lnSpc>
                <a:spcPct val="110000"/>
              </a:lnSpc>
              <a:spcBef>
                <a:spcPts val="2000"/>
              </a:spcBef>
              <a:spcAft>
                <a:spcPts val="0"/>
              </a:spcAft>
              <a:buSzPts val="2160"/>
              <a:buNone/>
              <a:defRPr sz="2400"/>
            </a:lvl8pPr>
            <a:lvl9pPr marL="4114800" lvl="8" indent="-228600" algn="l">
              <a:lnSpc>
                <a:spcPct val="110000"/>
              </a:lnSpc>
              <a:spcBef>
                <a:spcPts val="2000"/>
              </a:spcBef>
              <a:spcAft>
                <a:spcPts val="2000"/>
              </a:spcAft>
              <a:buSzPts val="2160"/>
              <a:buNone/>
              <a:defRPr sz="2400"/>
            </a:lvl9pPr>
          </a:lstStyle>
          <a:p>
            <a:endParaRPr/>
          </a:p>
        </p:txBody>
      </p:sp>
      <p:sp>
        <p:nvSpPr>
          <p:cNvPr id="210" name="Google Shape;210;p79"/>
          <p:cNvSpPr>
            <a:spLocks noGrp="1"/>
          </p:cNvSpPr>
          <p:nvPr>
            <p:ph type="pic" idx="4"/>
          </p:nvPr>
        </p:nvSpPr>
        <p:spPr>
          <a:xfrm>
            <a:off x="3495998" y="2400300"/>
            <a:ext cx="2395054" cy="3771900"/>
          </a:xfrm>
          <a:prstGeom prst="rect">
            <a:avLst/>
          </a:prstGeom>
          <a:solidFill>
            <a:srgbClr val="C3D1DD"/>
          </a:solidFill>
          <a:ln>
            <a:noFill/>
          </a:ln>
        </p:spPr>
      </p:sp>
      <p:sp>
        <p:nvSpPr>
          <p:cNvPr id="211" name="Google Shape;211;p79"/>
          <p:cNvSpPr txBox="1">
            <a:spLocks noGrp="1"/>
          </p:cNvSpPr>
          <p:nvPr>
            <p:ph type="body" idx="5"/>
          </p:nvPr>
        </p:nvSpPr>
        <p:spPr>
          <a:xfrm>
            <a:off x="3497746" y="1636683"/>
            <a:ext cx="2395054" cy="4207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228600" algn="l">
              <a:lnSpc>
                <a:spcPct val="110000"/>
              </a:lnSpc>
              <a:spcBef>
                <a:spcPts val="2000"/>
              </a:spcBef>
              <a:spcAft>
                <a:spcPts val="0"/>
              </a:spcAft>
              <a:buSzPts val="2160"/>
              <a:buNone/>
              <a:defRPr sz="2400"/>
            </a:lvl7pPr>
            <a:lvl8pPr marL="3657600" lvl="7" indent="-228600" algn="l">
              <a:lnSpc>
                <a:spcPct val="110000"/>
              </a:lnSpc>
              <a:spcBef>
                <a:spcPts val="2000"/>
              </a:spcBef>
              <a:spcAft>
                <a:spcPts val="0"/>
              </a:spcAft>
              <a:buSzPts val="2160"/>
              <a:buNone/>
              <a:defRPr sz="2400"/>
            </a:lvl8pPr>
            <a:lvl9pPr marL="4114800" lvl="8" indent="-228600" algn="l">
              <a:lnSpc>
                <a:spcPct val="110000"/>
              </a:lnSpc>
              <a:spcBef>
                <a:spcPts val="2000"/>
              </a:spcBef>
              <a:spcAft>
                <a:spcPts val="2000"/>
              </a:spcAft>
              <a:buSzPts val="2160"/>
              <a:buNone/>
              <a:defRPr sz="2400"/>
            </a:lvl9pPr>
          </a:lstStyle>
          <a:p>
            <a:endParaRPr/>
          </a:p>
        </p:txBody>
      </p:sp>
      <p:sp>
        <p:nvSpPr>
          <p:cNvPr id="212" name="Google Shape;212;p79"/>
          <p:cNvSpPr>
            <a:spLocks noGrp="1"/>
          </p:cNvSpPr>
          <p:nvPr>
            <p:ph type="pic" idx="6"/>
          </p:nvPr>
        </p:nvSpPr>
        <p:spPr>
          <a:xfrm>
            <a:off x="6298328" y="2400300"/>
            <a:ext cx="2400298" cy="3771900"/>
          </a:xfrm>
          <a:prstGeom prst="rect">
            <a:avLst/>
          </a:prstGeom>
          <a:solidFill>
            <a:srgbClr val="C3D1DD"/>
          </a:solidFill>
          <a:ln>
            <a:noFill/>
          </a:ln>
        </p:spPr>
      </p:sp>
      <p:sp>
        <p:nvSpPr>
          <p:cNvPr id="213" name="Google Shape;213;p79"/>
          <p:cNvSpPr txBox="1">
            <a:spLocks noGrp="1"/>
          </p:cNvSpPr>
          <p:nvPr>
            <p:ph type="body" idx="7"/>
          </p:nvPr>
        </p:nvSpPr>
        <p:spPr>
          <a:xfrm>
            <a:off x="6304446" y="1636683"/>
            <a:ext cx="2395054" cy="4207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228600" algn="l">
              <a:lnSpc>
                <a:spcPct val="110000"/>
              </a:lnSpc>
              <a:spcBef>
                <a:spcPts val="2000"/>
              </a:spcBef>
              <a:spcAft>
                <a:spcPts val="0"/>
              </a:spcAft>
              <a:buSzPts val="2160"/>
              <a:buNone/>
              <a:defRPr sz="2400"/>
            </a:lvl7pPr>
            <a:lvl8pPr marL="3657600" lvl="7" indent="-228600" algn="l">
              <a:lnSpc>
                <a:spcPct val="110000"/>
              </a:lnSpc>
              <a:spcBef>
                <a:spcPts val="2000"/>
              </a:spcBef>
              <a:spcAft>
                <a:spcPts val="0"/>
              </a:spcAft>
              <a:buSzPts val="2160"/>
              <a:buNone/>
              <a:defRPr sz="2400"/>
            </a:lvl8pPr>
            <a:lvl9pPr marL="4114800" lvl="8" indent="-228600" algn="l">
              <a:lnSpc>
                <a:spcPct val="110000"/>
              </a:lnSpc>
              <a:spcBef>
                <a:spcPts val="2000"/>
              </a:spcBef>
              <a:spcAft>
                <a:spcPts val="2000"/>
              </a:spcAft>
              <a:buSzPts val="2160"/>
              <a:buNone/>
              <a:defRPr sz="2400"/>
            </a:lvl9pPr>
          </a:lstStyle>
          <a:p>
            <a:endParaRPr/>
          </a:p>
        </p:txBody>
      </p:sp>
      <p:sp>
        <p:nvSpPr>
          <p:cNvPr id="214" name="Google Shape;214;p79"/>
          <p:cNvSpPr txBox="1">
            <a:spLocks noGrp="1"/>
          </p:cNvSpPr>
          <p:nvPr>
            <p:ph type="body" idx="8"/>
          </p:nvPr>
        </p:nvSpPr>
        <p:spPr>
          <a:xfrm>
            <a:off x="691046" y="1636683"/>
            <a:ext cx="2395054" cy="420717"/>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100"/>
              <a:buNone/>
              <a:defRPr sz="2800"/>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228600" algn="l">
              <a:lnSpc>
                <a:spcPct val="110000"/>
              </a:lnSpc>
              <a:spcBef>
                <a:spcPts val="2000"/>
              </a:spcBef>
              <a:spcAft>
                <a:spcPts val="0"/>
              </a:spcAft>
              <a:buSzPts val="2160"/>
              <a:buNone/>
              <a:defRPr sz="2400"/>
            </a:lvl7pPr>
            <a:lvl8pPr marL="3657600" lvl="7" indent="-228600" algn="l">
              <a:lnSpc>
                <a:spcPct val="110000"/>
              </a:lnSpc>
              <a:spcBef>
                <a:spcPts val="2000"/>
              </a:spcBef>
              <a:spcAft>
                <a:spcPts val="0"/>
              </a:spcAft>
              <a:buSzPts val="2160"/>
              <a:buNone/>
              <a:defRPr sz="2400"/>
            </a:lvl8pPr>
            <a:lvl9pPr marL="4114800" lvl="8" indent="-228600" algn="l">
              <a:lnSpc>
                <a:spcPct val="110000"/>
              </a:lnSpc>
              <a:spcBef>
                <a:spcPts val="2000"/>
              </a:spcBef>
              <a:spcAft>
                <a:spcPts val="2000"/>
              </a:spcAft>
              <a:buSzPts val="2160"/>
              <a:buNone/>
              <a:defRPr sz="24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ix Pictures">
  <p:cSld name="Six Pictures">
    <p:spTree>
      <p:nvGrpSpPr>
        <p:cNvPr id="1" name="Shape 215"/>
        <p:cNvGrpSpPr/>
        <p:nvPr/>
      </p:nvGrpSpPr>
      <p:grpSpPr>
        <a:xfrm>
          <a:off x="0" y="0"/>
          <a:ext cx="0" cy="0"/>
          <a:chOff x="0" y="0"/>
          <a:chExt cx="0" cy="0"/>
        </a:xfrm>
      </p:grpSpPr>
      <p:sp>
        <p:nvSpPr>
          <p:cNvPr id="216" name="Google Shape;216;p80"/>
          <p:cNvSpPr>
            <a:spLocks noGrp="1"/>
          </p:cNvSpPr>
          <p:nvPr>
            <p:ph type="pic" idx="2"/>
          </p:nvPr>
        </p:nvSpPr>
        <p:spPr>
          <a:xfrm>
            <a:off x="8261969" y="3532173"/>
            <a:ext cx="3930031" cy="3325827"/>
          </a:xfrm>
          <a:prstGeom prst="rect">
            <a:avLst/>
          </a:prstGeom>
          <a:solidFill>
            <a:srgbClr val="C3D1DD"/>
          </a:solidFill>
          <a:ln>
            <a:noFill/>
          </a:ln>
        </p:spPr>
      </p:sp>
      <p:sp>
        <p:nvSpPr>
          <p:cNvPr id="217" name="Google Shape;217;p80"/>
          <p:cNvSpPr>
            <a:spLocks noGrp="1"/>
          </p:cNvSpPr>
          <p:nvPr>
            <p:ph type="pic" idx="3"/>
          </p:nvPr>
        </p:nvSpPr>
        <p:spPr>
          <a:xfrm>
            <a:off x="4102258" y="3532173"/>
            <a:ext cx="3989373" cy="3325827"/>
          </a:xfrm>
          <a:prstGeom prst="rect">
            <a:avLst/>
          </a:prstGeom>
          <a:solidFill>
            <a:srgbClr val="C3D1DD"/>
          </a:solidFill>
          <a:ln>
            <a:noFill/>
          </a:ln>
        </p:spPr>
      </p:sp>
      <p:sp>
        <p:nvSpPr>
          <p:cNvPr id="218" name="Google Shape;218;p80"/>
          <p:cNvSpPr>
            <a:spLocks noGrp="1"/>
          </p:cNvSpPr>
          <p:nvPr>
            <p:ph type="pic" idx="4"/>
          </p:nvPr>
        </p:nvSpPr>
        <p:spPr>
          <a:xfrm>
            <a:off x="0" y="3532173"/>
            <a:ext cx="3931920" cy="3325827"/>
          </a:xfrm>
          <a:prstGeom prst="rect">
            <a:avLst/>
          </a:prstGeom>
          <a:solidFill>
            <a:srgbClr val="C3D1DD"/>
          </a:solidFill>
          <a:ln>
            <a:noFill/>
          </a:ln>
        </p:spPr>
      </p:sp>
      <p:sp>
        <p:nvSpPr>
          <p:cNvPr id="219" name="Google Shape;219;p80"/>
          <p:cNvSpPr>
            <a:spLocks noGrp="1"/>
          </p:cNvSpPr>
          <p:nvPr>
            <p:ph type="pic" idx="5"/>
          </p:nvPr>
        </p:nvSpPr>
        <p:spPr>
          <a:xfrm>
            <a:off x="8261969" y="-1"/>
            <a:ext cx="3930031" cy="3325827"/>
          </a:xfrm>
          <a:prstGeom prst="rect">
            <a:avLst/>
          </a:prstGeom>
          <a:solidFill>
            <a:srgbClr val="C3D1DD"/>
          </a:solidFill>
          <a:ln>
            <a:noFill/>
          </a:ln>
        </p:spPr>
      </p:sp>
      <p:sp>
        <p:nvSpPr>
          <p:cNvPr id="220" name="Google Shape;220;p80"/>
          <p:cNvSpPr>
            <a:spLocks noGrp="1"/>
          </p:cNvSpPr>
          <p:nvPr>
            <p:ph type="pic" idx="6"/>
          </p:nvPr>
        </p:nvSpPr>
        <p:spPr>
          <a:xfrm>
            <a:off x="4102258" y="-1"/>
            <a:ext cx="3989373" cy="3325827"/>
          </a:xfrm>
          <a:prstGeom prst="rect">
            <a:avLst/>
          </a:prstGeom>
          <a:solidFill>
            <a:srgbClr val="C3D1DD"/>
          </a:solidFill>
          <a:ln>
            <a:noFill/>
          </a:ln>
        </p:spPr>
      </p:sp>
      <p:sp>
        <p:nvSpPr>
          <p:cNvPr id="221" name="Google Shape;221;p80"/>
          <p:cNvSpPr>
            <a:spLocks noGrp="1"/>
          </p:cNvSpPr>
          <p:nvPr>
            <p:ph type="pic" idx="7"/>
          </p:nvPr>
        </p:nvSpPr>
        <p:spPr>
          <a:xfrm>
            <a:off x="0" y="-1"/>
            <a:ext cx="3931920" cy="3325827"/>
          </a:xfrm>
          <a:prstGeom prst="rect">
            <a:avLst/>
          </a:prstGeom>
          <a:solidFill>
            <a:srgbClr val="C3D1DD"/>
          </a:soli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   ___   ">
  <p:cSld name="   ___   ">
    <p:bg>
      <p:bgPr>
        <a:solidFill>
          <a:schemeClr val="dk2"/>
        </a:solidFill>
        <a:effectLst/>
      </p:bgPr>
    </p:bg>
    <p:spTree>
      <p:nvGrpSpPr>
        <p:cNvPr id="1" name="Shape 222"/>
        <p:cNvGrpSpPr/>
        <p:nvPr/>
      </p:nvGrpSpPr>
      <p:grpSpPr>
        <a:xfrm>
          <a:off x="0" y="0"/>
          <a:ext cx="0" cy="0"/>
          <a:chOff x="0" y="0"/>
          <a:chExt cx="0" cy="0"/>
        </a:xfrm>
      </p:grpSpPr>
      <p:sp>
        <p:nvSpPr>
          <p:cNvPr id="223" name="Google Shape;223;p81"/>
          <p:cNvSpPr txBox="1"/>
          <p:nvPr/>
        </p:nvSpPr>
        <p:spPr>
          <a:xfrm>
            <a:off x="457200" y="728261"/>
            <a:ext cx="11277600" cy="54014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500" b="1">
                <a:solidFill>
                  <a:schemeClr val="lt1"/>
                </a:solidFill>
                <a:latin typeface="Arial"/>
                <a:ea typeface="Arial"/>
                <a:cs typeface="Arial"/>
                <a:sym typeface="Arial"/>
              </a:rPr>
              <a:t>SPECIAL CONTENT</a:t>
            </a:r>
            <a:br>
              <a:rPr lang="en-US" sz="11500" b="1">
                <a:solidFill>
                  <a:schemeClr val="lt1"/>
                </a:solidFill>
                <a:latin typeface="Arial"/>
                <a:ea typeface="Arial"/>
                <a:cs typeface="Arial"/>
                <a:sym typeface="Arial"/>
              </a:rPr>
            </a:br>
            <a:r>
              <a:rPr lang="en-US" sz="11500" b="1">
                <a:solidFill>
                  <a:schemeClr val="lt1"/>
                </a:solidFill>
                <a:latin typeface="Arial"/>
                <a:ea typeface="Arial"/>
                <a:cs typeface="Arial"/>
                <a:sym typeface="Arial"/>
              </a:rPr>
              <a:t>LAYOUTS</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Laptop Frame">
  <p:cSld name="Laptop Frame">
    <p:spTree>
      <p:nvGrpSpPr>
        <p:cNvPr id="1" name="Shape 224"/>
        <p:cNvGrpSpPr/>
        <p:nvPr/>
      </p:nvGrpSpPr>
      <p:grpSpPr>
        <a:xfrm>
          <a:off x="0" y="0"/>
          <a:ext cx="0" cy="0"/>
          <a:chOff x="0" y="0"/>
          <a:chExt cx="0" cy="0"/>
        </a:xfrm>
      </p:grpSpPr>
      <p:pic>
        <p:nvPicPr>
          <p:cNvPr id="225" name="Google Shape;225;p82"/>
          <p:cNvPicPr preferRelativeResize="0"/>
          <p:nvPr/>
        </p:nvPicPr>
        <p:blipFill rotWithShape="1">
          <a:blip r:embed="rId2">
            <a:alphaModFix/>
          </a:blip>
          <a:srcRect l="5304"/>
          <a:stretch/>
        </p:blipFill>
        <p:spPr>
          <a:xfrm>
            <a:off x="1277938" y="948852"/>
            <a:ext cx="10914062" cy="5646096"/>
          </a:xfrm>
          <a:prstGeom prst="rect">
            <a:avLst/>
          </a:prstGeom>
          <a:noFill/>
          <a:ln>
            <a:noFill/>
          </a:ln>
        </p:spPr>
      </p:pic>
      <p:sp>
        <p:nvSpPr>
          <p:cNvPr id="226" name="Google Shape;226;p82"/>
          <p:cNvSpPr txBox="1">
            <a:spLocks noGrp="1"/>
          </p:cNvSpPr>
          <p:nvPr>
            <p:ph type="title"/>
          </p:nvPr>
        </p:nvSpPr>
        <p:spPr>
          <a:xfrm>
            <a:off x="685800" y="621438"/>
            <a:ext cx="3602037" cy="109306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82"/>
          <p:cNvSpPr>
            <a:spLocks noGrp="1"/>
          </p:cNvSpPr>
          <p:nvPr>
            <p:ph type="pic" idx="2"/>
          </p:nvPr>
        </p:nvSpPr>
        <p:spPr>
          <a:xfrm>
            <a:off x="5206482" y="1371600"/>
            <a:ext cx="6985518" cy="3965510"/>
          </a:xfrm>
          <a:prstGeom prst="roundRect">
            <a:avLst>
              <a:gd name="adj" fmla="val 1608"/>
            </a:avLst>
          </a:prstGeom>
          <a:solidFill>
            <a:schemeClr val="lt1"/>
          </a:solidFill>
          <a:ln>
            <a:noFill/>
          </a:ln>
        </p:spPr>
      </p:sp>
      <p:sp>
        <p:nvSpPr>
          <p:cNvPr id="228" name="Google Shape;228;p82"/>
          <p:cNvSpPr txBox="1">
            <a:spLocks noGrp="1"/>
          </p:cNvSpPr>
          <p:nvPr>
            <p:ph type="body" idx="1"/>
          </p:nvPr>
        </p:nvSpPr>
        <p:spPr>
          <a:xfrm>
            <a:off x="685801" y="1633491"/>
            <a:ext cx="3602037" cy="4538709"/>
          </a:xfrm>
          <a:prstGeom prst="rect">
            <a:avLst/>
          </a:prstGeom>
          <a:noFill/>
          <a:ln>
            <a:noFill/>
          </a:ln>
        </p:spPr>
        <p:txBody>
          <a:bodyPr spcFirstLastPara="1" wrap="square" lIns="0" tIns="0" rIns="0" bIns="0" anchor="t" anchorCtr="0">
            <a:noAutofit/>
          </a:bodyPr>
          <a:lstStyle>
            <a:lvl1pPr marL="457200" lvl="0" indent="-361950" algn="l">
              <a:lnSpc>
                <a:spcPct val="110000"/>
              </a:lnSpc>
              <a:spcBef>
                <a:spcPts val="0"/>
              </a:spcBef>
              <a:spcAft>
                <a:spcPts val="0"/>
              </a:spcAft>
              <a:buSzPts val="2100"/>
              <a:buChar char="▪"/>
              <a:defRPr/>
            </a:lvl1pPr>
            <a:lvl2pPr marL="914400" lvl="1" indent="-331469" algn="l">
              <a:lnSpc>
                <a:spcPct val="110000"/>
              </a:lnSpc>
              <a:spcBef>
                <a:spcPts val="2000"/>
              </a:spcBef>
              <a:spcAft>
                <a:spcPts val="0"/>
              </a:spcAft>
              <a:buSzPts val="1620"/>
              <a:buChar char="–"/>
              <a:defRPr/>
            </a:lvl2pPr>
            <a:lvl3pPr marL="1371600" lvl="2" indent="-331469" algn="l">
              <a:lnSpc>
                <a:spcPct val="110000"/>
              </a:lnSpc>
              <a:spcBef>
                <a:spcPts val="2000"/>
              </a:spcBef>
              <a:spcAft>
                <a:spcPts val="0"/>
              </a:spcAft>
              <a:buSzPts val="1620"/>
              <a:buChar char="–"/>
              <a:defRPr/>
            </a:lvl3pPr>
            <a:lvl4pPr marL="1828800" lvl="3" indent="-331469" algn="l">
              <a:lnSpc>
                <a:spcPct val="110000"/>
              </a:lnSpc>
              <a:spcBef>
                <a:spcPts val="2000"/>
              </a:spcBef>
              <a:spcAft>
                <a:spcPts val="0"/>
              </a:spcAft>
              <a:buSzPts val="1620"/>
              <a:buChar char="–"/>
              <a:defRPr/>
            </a:lvl4pPr>
            <a:lvl5pPr marL="2286000" lvl="4" indent="-365760" algn="l">
              <a:lnSpc>
                <a:spcPct val="110000"/>
              </a:lnSpc>
              <a:spcBef>
                <a:spcPts val="2000"/>
              </a:spcBef>
              <a:spcAft>
                <a:spcPts val="0"/>
              </a:spcAft>
              <a:buSzPts val="2160"/>
              <a:buChar char="–"/>
              <a:defRPr/>
            </a:lvl5pPr>
            <a:lvl6pPr marL="2743200" lvl="5" indent="-365760" algn="l">
              <a:lnSpc>
                <a:spcPct val="110000"/>
              </a:lnSpc>
              <a:spcBef>
                <a:spcPts val="2000"/>
              </a:spcBef>
              <a:spcAft>
                <a:spcPts val="0"/>
              </a:spcAft>
              <a:buSzPts val="2160"/>
              <a:buChar char="–"/>
              <a:defRPr/>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Laptop Frame (Simple Topic)">
  <p:cSld name="Laptop Frame (Simple Topic)">
    <p:spTree>
      <p:nvGrpSpPr>
        <p:cNvPr id="1" name="Shape 229"/>
        <p:cNvGrpSpPr/>
        <p:nvPr/>
      </p:nvGrpSpPr>
      <p:grpSpPr>
        <a:xfrm>
          <a:off x="0" y="0"/>
          <a:ext cx="0" cy="0"/>
          <a:chOff x="0" y="0"/>
          <a:chExt cx="0" cy="0"/>
        </a:xfrm>
      </p:grpSpPr>
      <p:pic>
        <p:nvPicPr>
          <p:cNvPr id="230" name="Google Shape;230;p83"/>
          <p:cNvPicPr preferRelativeResize="0"/>
          <p:nvPr/>
        </p:nvPicPr>
        <p:blipFill rotWithShape="1">
          <a:blip r:embed="rId2">
            <a:alphaModFix/>
          </a:blip>
          <a:srcRect l="5304"/>
          <a:stretch/>
        </p:blipFill>
        <p:spPr>
          <a:xfrm>
            <a:off x="1277938" y="948852"/>
            <a:ext cx="10914062" cy="5646096"/>
          </a:xfrm>
          <a:prstGeom prst="rect">
            <a:avLst/>
          </a:prstGeom>
          <a:noFill/>
          <a:ln>
            <a:noFill/>
          </a:ln>
        </p:spPr>
      </p:pic>
      <p:sp>
        <p:nvSpPr>
          <p:cNvPr id="231" name="Google Shape;231;p83"/>
          <p:cNvSpPr txBox="1">
            <a:spLocks noGrp="1"/>
          </p:cNvSpPr>
          <p:nvPr>
            <p:ph type="title"/>
          </p:nvPr>
        </p:nvSpPr>
        <p:spPr>
          <a:xfrm>
            <a:off x="685801" y="2400300"/>
            <a:ext cx="3602038" cy="37718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83"/>
          <p:cNvSpPr>
            <a:spLocks noGrp="1"/>
          </p:cNvSpPr>
          <p:nvPr>
            <p:ph type="pic" idx="2"/>
          </p:nvPr>
        </p:nvSpPr>
        <p:spPr>
          <a:xfrm>
            <a:off x="5206482" y="1371600"/>
            <a:ext cx="6985518" cy="3965510"/>
          </a:xfrm>
          <a:prstGeom prst="roundRect">
            <a:avLst>
              <a:gd name="adj" fmla="val 1608"/>
            </a:avLst>
          </a:prstGeom>
          <a:solidFill>
            <a:schemeClr val="lt1"/>
          </a:solidFill>
          <a:ln>
            <a:noFill/>
          </a:ln>
        </p:spPr>
      </p:sp>
      <p:sp>
        <p:nvSpPr>
          <p:cNvPr id="233" name="Google Shape;233;p83"/>
          <p:cNvSpPr txBox="1">
            <a:spLocks noGrp="1"/>
          </p:cNvSpPr>
          <p:nvPr>
            <p:ph type="body" idx="1"/>
          </p:nvPr>
        </p:nvSpPr>
        <p:spPr>
          <a:xfrm>
            <a:off x="685802" y="685802"/>
            <a:ext cx="3602037" cy="1349475"/>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SzPts val="1800"/>
              <a:buNone/>
              <a:defRPr sz="2400" cap="none"/>
            </a:lvl1pPr>
            <a:lvl2pPr marL="914400" lvl="1" indent="-228600" algn="l">
              <a:lnSpc>
                <a:spcPct val="110000"/>
              </a:lnSpc>
              <a:spcBef>
                <a:spcPts val="2000"/>
              </a:spcBef>
              <a:spcAft>
                <a:spcPts val="0"/>
              </a:spcAft>
              <a:buSzPts val="2160"/>
              <a:buNone/>
              <a:defRPr sz="2400"/>
            </a:lvl2pPr>
            <a:lvl3pPr marL="1371600" lvl="2" indent="-228600" algn="l">
              <a:lnSpc>
                <a:spcPct val="110000"/>
              </a:lnSpc>
              <a:spcBef>
                <a:spcPts val="2000"/>
              </a:spcBef>
              <a:spcAft>
                <a:spcPts val="0"/>
              </a:spcAft>
              <a:buSzPts val="2160"/>
              <a:buNone/>
              <a:defRPr sz="2400"/>
            </a:lvl3pPr>
            <a:lvl4pPr marL="1828800" lvl="3" indent="-228600" algn="l">
              <a:lnSpc>
                <a:spcPct val="110000"/>
              </a:lnSpc>
              <a:spcBef>
                <a:spcPts val="2000"/>
              </a:spcBef>
              <a:spcAft>
                <a:spcPts val="0"/>
              </a:spcAft>
              <a:buSzPts val="2160"/>
              <a:buNone/>
              <a:defRPr sz="2400"/>
            </a:lvl4pPr>
            <a:lvl5pPr marL="2286000" lvl="4" indent="-228600" algn="l">
              <a:lnSpc>
                <a:spcPct val="110000"/>
              </a:lnSpc>
              <a:spcBef>
                <a:spcPts val="2000"/>
              </a:spcBef>
              <a:spcAft>
                <a:spcPts val="0"/>
              </a:spcAft>
              <a:buSzPts val="2160"/>
              <a:buNone/>
              <a:defRPr sz="2400"/>
            </a:lvl5pPr>
            <a:lvl6pPr marL="2743200" lvl="5" indent="-228600" algn="l">
              <a:lnSpc>
                <a:spcPct val="110000"/>
              </a:lnSpc>
              <a:spcBef>
                <a:spcPts val="2000"/>
              </a:spcBef>
              <a:spcAft>
                <a:spcPts val="0"/>
              </a:spcAft>
              <a:buSzPts val="2160"/>
              <a:buNone/>
              <a:defRPr sz="2400"/>
            </a:lvl6pPr>
            <a:lvl7pPr marL="3200400" lvl="6" indent="-331470" algn="l">
              <a:lnSpc>
                <a:spcPct val="110000"/>
              </a:lnSpc>
              <a:spcBef>
                <a:spcPts val="2000"/>
              </a:spcBef>
              <a:spcAft>
                <a:spcPts val="0"/>
              </a:spcAft>
              <a:buSzPts val="1620"/>
              <a:buChar char="–"/>
              <a:defRPr/>
            </a:lvl7pPr>
            <a:lvl8pPr marL="3657600" lvl="7" indent="-331470" algn="l">
              <a:lnSpc>
                <a:spcPct val="110000"/>
              </a:lnSpc>
              <a:spcBef>
                <a:spcPts val="2000"/>
              </a:spcBef>
              <a:spcAft>
                <a:spcPts val="0"/>
              </a:spcAft>
              <a:buSzPts val="1620"/>
              <a:buChar char="–"/>
              <a:defRPr/>
            </a:lvl8pPr>
            <a:lvl9pPr marL="4114800" lvl="8" indent="-331470" algn="l">
              <a:lnSpc>
                <a:spcPct val="110000"/>
              </a:lnSpc>
              <a:spcBef>
                <a:spcPts val="2000"/>
              </a:spcBef>
              <a:spcAft>
                <a:spcPts val="2000"/>
              </a:spcAft>
              <a:buSzPts val="162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onitor Frame">
  <p:cSld name="Monitor Frame">
    <p:spTree>
      <p:nvGrpSpPr>
        <p:cNvPr id="1" name="Shape 234"/>
        <p:cNvGrpSpPr/>
        <p:nvPr/>
      </p:nvGrpSpPr>
      <p:grpSpPr>
        <a:xfrm>
          <a:off x="0" y="0"/>
          <a:ext cx="0" cy="0"/>
          <a:chOff x="0" y="0"/>
          <a:chExt cx="0" cy="0"/>
        </a:xfrm>
      </p:grpSpPr>
      <p:sp>
        <p:nvSpPr>
          <p:cNvPr id="235" name="Google Shape;235;p84"/>
          <p:cNvSpPr/>
          <p:nvPr/>
        </p:nvSpPr>
        <p:spPr>
          <a:xfrm>
            <a:off x="11283885" y="6419654"/>
            <a:ext cx="537327" cy="16025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Arial"/>
              <a:ea typeface="Arial"/>
              <a:cs typeface="Arial"/>
              <a:sym typeface="Arial"/>
            </a:endParaRPr>
          </a:p>
        </p:txBody>
      </p:sp>
      <p:pic>
        <p:nvPicPr>
          <p:cNvPr id="236" name="Google Shape;236;p84"/>
          <p:cNvPicPr preferRelativeResize="0"/>
          <p:nvPr/>
        </p:nvPicPr>
        <p:blipFill rotWithShape="1">
          <a:blip r:embed="rId2">
            <a:alphaModFix/>
          </a:blip>
          <a:srcRect/>
          <a:stretch/>
        </p:blipFill>
        <p:spPr>
          <a:xfrm>
            <a:off x="686602" y="178067"/>
            <a:ext cx="10818796" cy="6679933"/>
          </a:xfrm>
          <a:prstGeom prst="rect">
            <a:avLst/>
          </a:prstGeom>
          <a:noFill/>
          <a:ln>
            <a:noFill/>
          </a:ln>
        </p:spPr>
      </p:pic>
      <p:sp>
        <p:nvSpPr>
          <p:cNvPr id="237" name="Google Shape;237;p84"/>
          <p:cNvSpPr>
            <a:spLocks noGrp="1"/>
          </p:cNvSpPr>
          <p:nvPr>
            <p:ph type="pic" idx="2"/>
          </p:nvPr>
        </p:nvSpPr>
        <p:spPr>
          <a:xfrm>
            <a:off x="1045369" y="539090"/>
            <a:ext cx="10103644" cy="5767388"/>
          </a:xfrm>
          <a:prstGeom prst="roundRect">
            <a:avLst>
              <a:gd name="adj" fmla="val 399"/>
            </a:avLst>
          </a:prstGeom>
          <a:solidFill>
            <a:schemeClr val="lt1"/>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ide Video (Vertical)">
  <p:cSld name="Side Video (Vertical)">
    <p:spTree>
      <p:nvGrpSpPr>
        <p:cNvPr id="1" name="Shape 238"/>
        <p:cNvGrpSpPr/>
        <p:nvPr/>
      </p:nvGrpSpPr>
      <p:grpSpPr>
        <a:xfrm>
          <a:off x="0" y="0"/>
          <a:ext cx="0" cy="0"/>
          <a:chOff x="0" y="0"/>
          <a:chExt cx="0" cy="0"/>
        </a:xfrm>
      </p:grpSpPr>
      <p:sp>
        <p:nvSpPr>
          <p:cNvPr id="239" name="Google Shape;239;p85"/>
          <p:cNvSpPr/>
          <p:nvPr/>
        </p:nvSpPr>
        <p:spPr>
          <a:xfrm>
            <a:off x="4287838" y="0"/>
            <a:ext cx="7904161" cy="6858000"/>
          </a:xfrm>
          <a:prstGeom prst="rect">
            <a:avLst/>
          </a:prstGeom>
          <a:solidFill>
            <a:srgbClr val="DEE6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Arial"/>
              <a:ea typeface="Arial"/>
              <a:cs typeface="Arial"/>
              <a:sym typeface="Arial"/>
            </a:endParaRPr>
          </a:p>
        </p:txBody>
      </p:sp>
      <p:sp>
        <p:nvSpPr>
          <p:cNvPr id="240" name="Google Shape;240;p85"/>
          <p:cNvSpPr txBox="1">
            <a:spLocks noGrp="1"/>
          </p:cNvSpPr>
          <p:nvPr>
            <p:ph type="title"/>
          </p:nvPr>
        </p:nvSpPr>
        <p:spPr>
          <a:xfrm>
            <a:off x="685801" y="2400300"/>
            <a:ext cx="3009899" cy="37718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1" name="Google Shape;241;p85"/>
          <p:cNvSpPr txBox="1">
            <a:spLocks noGrp="1"/>
          </p:cNvSpPr>
          <p:nvPr>
            <p:ph type="body" idx="1"/>
          </p:nvPr>
        </p:nvSpPr>
        <p:spPr>
          <a:xfrm>
            <a:off x="685803" y="685802"/>
            <a:ext cx="3009897" cy="1349475"/>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SzPts val="1800"/>
              <a:buNone/>
              <a:defRPr sz="2400" cap="none"/>
            </a:lvl1pPr>
            <a:lvl2pPr marL="914400" lvl="1" indent="-228600" algn="l">
              <a:lnSpc>
                <a:spcPct val="110000"/>
              </a:lnSpc>
              <a:spcBef>
                <a:spcPts val="2000"/>
              </a:spcBef>
              <a:spcAft>
                <a:spcPts val="0"/>
              </a:spcAft>
              <a:buSzPts val="1800"/>
              <a:buNone/>
              <a:defRPr sz="2000"/>
            </a:lvl2pPr>
            <a:lvl3pPr marL="1371600" lvl="2" indent="-228600" algn="l">
              <a:lnSpc>
                <a:spcPct val="110000"/>
              </a:lnSpc>
              <a:spcBef>
                <a:spcPts val="2000"/>
              </a:spcBef>
              <a:spcAft>
                <a:spcPts val="0"/>
              </a:spcAft>
              <a:buSzPts val="1800"/>
              <a:buNone/>
              <a:defRPr sz="2000"/>
            </a:lvl3pPr>
            <a:lvl4pPr marL="1828800" lvl="3" indent="-228600" algn="l">
              <a:lnSpc>
                <a:spcPct val="110000"/>
              </a:lnSpc>
              <a:spcBef>
                <a:spcPts val="2000"/>
              </a:spcBef>
              <a:spcAft>
                <a:spcPts val="0"/>
              </a:spcAft>
              <a:buSzPts val="1800"/>
              <a:buNone/>
              <a:defRPr sz="2000"/>
            </a:lvl4pPr>
            <a:lvl5pPr marL="2286000" lvl="4" indent="-228600" algn="l">
              <a:lnSpc>
                <a:spcPct val="110000"/>
              </a:lnSpc>
              <a:spcBef>
                <a:spcPts val="2000"/>
              </a:spcBef>
              <a:spcAft>
                <a:spcPts val="0"/>
              </a:spcAft>
              <a:buSzPts val="1800"/>
              <a:buNone/>
              <a:defRPr sz="2000"/>
            </a:lvl5pPr>
            <a:lvl6pPr marL="2743200" lvl="5" indent="-228600" algn="l">
              <a:lnSpc>
                <a:spcPct val="110000"/>
              </a:lnSpc>
              <a:spcBef>
                <a:spcPts val="2000"/>
              </a:spcBef>
              <a:spcAft>
                <a:spcPts val="0"/>
              </a:spcAft>
              <a:buSzPts val="1800"/>
              <a:buNone/>
              <a:defRPr sz="2000"/>
            </a:lvl6pPr>
            <a:lvl7pPr marL="3200400" lvl="6" indent="-228600" algn="l">
              <a:lnSpc>
                <a:spcPct val="110000"/>
              </a:lnSpc>
              <a:spcBef>
                <a:spcPts val="2000"/>
              </a:spcBef>
              <a:spcAft>
                <a:spcPts val="0"/>
              </a:spcAft>
              <a:buSzPts val="1800"/>
              <a:buNone/>
              <a:defRPr sz="2000"/>
            </a:lvl7pPr>
            <a:lvl8pPr marL="3657600" lvl="7" indent="-228600" algn="l">
              <a:lnSpc>
                <a:spcPct val="110000"/>
              </a:lnSpc>
              <a:spcBef>
                <a:spcPts val="2000"/>
              </a:spcBef>
              <a:spcAft>
                <a:spcPts val="0"/>
              </a:spcAft>
              <a:buSzPts val="1800"/>
              <a:buNone/>
              <a:defRPr sz="2000"/>
            </a:lvl8pPr>
            <a:lvl9pPr marL="4114800" lvl="8" indent="-228600" algn="l">
              <a:lnSpc>
                <a:spcPct val="110000"/>
              </a:lnSpc>
              <a:spcBef>
                <a:spcPts val="2000"/>
              </a:spcBef>
              <a:spcAft>
                <a:spcPts val="2000"/>
              </a:spcAft>
              <a:buSzPts val="1800"/>
              <a:buNone/>
              <a:defRPr sz="2000"/>
            </a:lvl9pPr>
          </a:lstStyle>
          <a:p>
            <a:endParaRPr/>
          </a:p>
        </p:txBody>
      </p:sp>
      <p:sp>
        <p:nvSpPr>
          <p:cNvPr id="242" name="Google Shape;242;p85"/>
          <p:cNvSpPr>
            <a:spLocks noGrp="1"/>
          </p:cNvSpPr>
          <p:nvPr>
            <p:ph type="media" idx="2"/>
          </p:nvPr>
        </p:nvSpPr>
        <p:spPr>
          <a:xfrm>
            <a:off x="6017925" y="6763"/>
            <a:ext cx="4443984" cy="6844473"/>
          </a:xfrm>
          <a:prstGeom prst="rect">
            <a:avLst/>
          </a:prstGeom>
          <a:solidFill>
            <a:srgbClr val="C3D1DD"/>
          </a:solidFill>
          <a:ln>
            <a:noFill/>
          </a:ln>
        </p:spPr>
        <p:txBody>
          <a:bodyPr spcFirstLastPara="1" wrap="square" lIns="0" tIns="2286000" rIns="0" bIns="0" anchor="t" anchorCtr="0">
            <a:noAutofit/>
          </a:bodyPr>
          <a:lstStyle>
            <a:lvl1pPr marR="0" lvl="0" algn="ctr" rtl="0">
              <a:lnSpc>
                <a:spcPct val="110000"/>
              </a:lnSpc>
              <a:spcBef>
                <a:spcPts val="0"/>
              </a:spcBef>
              <a:spcAft>
                <a:spcPts val="0"/>
              </a:spcAft>
              <a:buClr>
                <a:schemeClr val="dk1"/>
              </a:buClr>
              <a:buSzPts val="2100"/>
              <a:buFont typeface="Noto Sans Symbols"/>
              <a:buNone/>
              <a:defRPr sz="2800" b="0" i="0" u="none" strike="noStrike" cap="none">
                <a:solidFill>
                  <a:schemeClr val="dk1"/>
                </a:solidFill>
                <a:latin typeface="Arial"/>
                <a:ea typeface="Arial"/>
                <a:cs typeface="Arial"/>
                <a:sym typeface="Arial"/>
              </a:defRPr>
            </a:lvl1pPr>
            <a:lvl2pPr marR="0" lvl="1"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2pPr>
            <a:lvl3pPr marR="0" lvl="2"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3pPr>
            <a:lvl4pPr marR="0" lvl="3"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4pPr>
            <a:lvl5pPr marR="0" lvl="4"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5pPr>
            <a:lvl6pPr marR="0" lvl="5"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6pPr>
            <a:lvl7pPr marR="0" lvl="6"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7pPr>
            <a:lvl8pPr marR="0" lvl="7"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8pPr>
            <a:lvl9pPr marR="0" lvl="8" algn="l" rtl="0">
              <a:lnSpc>
                <a:spcPct val="110000"/>
              </a:lnSpc>
              <a:spcBef>
                <a:spcPts val="2000"/>
              </a:spcBef>
              <a:spcAft>
                <a:spcPts val="2000"/>
              </a:spcAft>
              <a:buClr>
                <a:schemeClr val="dk1"/>
              </a:buClr>
              <a:buSzPts val="2160"/>
              <a:buFont typeface="Arial"/>
              <a:buChar char="–"/>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ide Video (Horizontal)">
  <p:cSld name="Side Video (Horizontal)">
    <p:spTree>
      <p:nvGrpSpPr>
        <p:cNvPr id="1" name="Shape 243"/>
        <p:cNvGrpSpPr/>
        <p:nvPr/>
      </p:nvGrpSpPr>
      <p:grpSpPr>
        <a:xfrm>
          <a:off x="0" y="0"/>
          <a:ext cx="0" cy="0"/>
          <a:chOff x="0" y="0"/>
          <a:chExt cx="0" cy="0"/>
        </a:xfrm>
      </p:grpSpPr>
      <p:sp>
        <p:nvSpPr>
          <p:cNvPr id="244" name="Google Shape;244;p86"/>
          <p:cNvSpPr/>
          <p:nvPr/>
        </p:nvSpPr>
        <p:spPr>
          <a:xfrm>
            <a:off x="6705600" y="0"/>
            <a:ext cx="5486400" cy="6858000"/>
          </a:xfrm>
          <a:prstGeom prst="rect">
            <a:avLst/>
          </a:prstGeom>
          <a:solidFill>
            <a:srgbClr val="DEE6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Arial"/>
              <a:ea typeface="Arial"/>
              <a:cs typeface="Arial"/>
              <a:sym typeface="Arial"/>
            </a:endParaRPr>
          </a:p>
        </p:txBody>
      </p:sp>
      <p:sp>
        <p:nvSpPr>
          <p:cNvPr id="245" name="Google Shape;245;p86"/>
          <p:cNvSpPr txBox="1">
            <a:spLocks noGrp="1"/>
          </p:cNvSpPr>
          <p:nvPr>
            <p:ph type="title"/>
          </p:nvPr>
        </p:nvSpPr>
        <p:spPr>
          <a:xfrm>
            <a:off x="685801" y="2400300"/>
            <a:ext cx="3009899" cy="377189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6" name="Google Shape;246;p86"/>
          <p:cNvSpPr txBox="1">
            <a:spLocks noGrp="1"/>
          </p:cNvSpPr>
          <p:nvPr>
            <p:ph type="body" idx="1"/>
          </p:nvPr>
        </p:nvSpPr>
        <p:spPr>
          <a:xfrm>
            <a:off x="685803" y="685802"/>
            <a:ext cx="3009897" cy="1349475"/>
          </a:xfrm>
          <a:prstGeom prst="rect">
            <a:avLst/>
          </a:prstGeom>
          <a:noFill/>
          <a:ln>
            <a:noFill/>
          </a:ln>
        </p:spPr>
        <p:txBody>
          <a:bodyPr spcFirstLastPara="1" wrap="square" lIns="0" tIns="0" rIns="0" bIns="0" anchor="b" anchorCtr="0">
            <a:noAutofit/>
          </a:bodyPr>
          <a:lstStyle>
            <a:lvl1pPr marL="457200" lvl="0" indent="-228600" algn="l">
              <a:lnSpc>
                <a:spcPct val="110000"/>
              </a:lnSpc>
              <a:spcBef>
                <a:spcPts val="0"/>
              </a:spcBef>
              <a:spcAft>
                <a:spcPts val="0"/>
              </a:spcAft>
              <a:buSzPts val="1800"/>
              <a:buNone/>
              <a:defRPr sz="2400" cap="none"/>
            </a:lvl1pPr>
            <a:lvl2pPr marL="914400" lvl="1" indent="-228600" algn="l">
              <a:lnSpc>
                <a:spcPct val="110000"/>
              </a:lnSpc>
              <a:spcBef>
                <a:spcPts val="2000"/>
              </a:spcBef>
              <a:spcAft>
                <a:spcPts val="0"/>
              </a:spcAft>
              <a:buSzPts val="1800"/>
              <a:buNone/>
              <a:defRPr sz="2000"/>
            </a:lvl2pPr>
            <a:lvl3pPr marL="1371600" lvl="2" indent="-228600" algn="l">
              <a:lnSpc>
                <a:spcPct val="110000"/>
              </a:lnSpc>
              <a:spcBef>
                <a:spcPts val="2000"/>
              </a:spcBef>
              <a:spcAft>
                <a:spcPts val="0"/>
              </a:spcAft>
              <a:buSzPts val="1800"/>
              <a:buNone/>
              <a:defRPr sz="2000"/>
            </a:lvl3pPr>
            <a:lvl4pPr marL="1828800" lvl="3" indent="-228600" algn="l">
              <a:lnSpc>
                <a:spcPct val="110000"/>
              </a:lnSpc>
              <a:spcBef>
                <a:spcPts val="2000"/>
              </a:spcBef>
              <a:spcAft>
                <a:spcPts val="0"/>
              </a:spcAft>
              <a:buSzPts val="1800"/>
              <a:buNone/>
              <a:defRPr sz="2000"/>
            </a:lvl4pPr>
            <a:lvl5pPr marL="2286000" lvl="4" indent="-228600" algn="l">
              <a:lnSpc>
                <a:spcPct val="110000"/>
              </a:lnSpc>
              <a:spcBef>
                <a:spcPts val="2000"/>
              </a:spcBef>
              <a:spcAft>
                <a:spcPts val="0"/>
              </a:spcAft>
              <a:buSzPts val="1800"/>
              <a:buNone/>
              <a:defRPr sz="2000"/>
            </a:lvl5pPr>
            <a:lvl6pPr marL="2743200" lvl="5" indent="-228600" algn="l">
              <a:lnSpc>
                <a:spcPct val="110000"/>
              </a:lnSpc>
              <a:spcBef>
                <a:spcPts val="2000"/>
              </a:spcBef>
              <a:spcAft>
                <a:spcPts val="0"/>
              </a:spcAft>
              <a:buSzPts val="1800"/>
              <a:buNone/>
              <a:defRPr sz="2000"/>
            </a:lvl6pPr>
            <a:lvl7pPr marL="3200400" lvl="6" indent="-228600" algn="l">
              <a:lnSpc>
                <a:spcPct val="110000"/>
              </a:lnSpc>
              <a:spcBef>
                <a:spcPts val="2000"/>
              </a:spcBef>
              <a:spcAft>
                <a:spcPts val="0"/>
              </a:spcAft>
              <a:buSzPts val="1800"/>
              <a:buNone/>
              <a:defRPr sz="2000"/>
            </a:lvl7pPr>
            <a:lvl8pPr marL="3657600" lvl="7" indent="-228600" algn="l">
              <a:lnSpc>
                <a:spcPct val="110000"/>
              </a:lnSpc>
              <a:spcBef>
                <a:spcPts val="2000"/>
              </a:spcBef>
              <a:spcAft>
                <a:spcPts val="0"/>
              </a:spcAft>
              <a:buSzPts val="1800"/>
              <a:buNone/>
              <a:defRPr sz="2000"/>
            </a:lvl8pPr>
            <a:lvl9pPr marL="4114800" lvl="8" indent="-228600" algn="l">
              <a:lnSpc>
                <a:spcPct val="110000"/>
              </a:lnSpc>
              <a:spcBef>
                <a:spcPts val="2000"/>
              </a:spcBef>
              <a:spcAft>
                <a:spcPts val="2000"/>
              </a:spcAft>
              <a:buSzPts val="1800"/>
              <a:buNone/>
              <a:defRPr sz="2000"/>
            </a:lvl9pPr>
          </a:lstStyle>
          <a:p>
            <a:endParaRPr/>
          </a:p>
        </p:txBody>
      </p:sp>
      <p:sp>
        <p:nvSpPr>
          <p:cNvPr id="247" name="Google Shape;247;p86"/>
          <p:cNvSpPr>
            <a:spLocks noGrp="1"/>
          </p:cNvSpPr>
          <p:nvPr>
            <p:ph type="media" idx="2"/>
          </p:nvPr>
        </p:nvSpPr>
        <p:spPr>
          <a:xfrm>
            <a:off x="4287838" y="1211750"/>
            <a:ext cx="7904164" cy="4440294"/>
          </a:xfrm>
          <a:prstGeom prst="rect">
            <a:avLst/>
          </a:prstGeom>
          <a:solidFill>
            <a:srgbClr val="C3D1DD"/>
          </a:solidFill>
          <a:ln>
            <a:noFill/>
          </a:ln>
        </p:spPr>
        <p:txBody>
          <a:bodyPr spcFirstLastPara="1" wrap="square" lIns="0" tIns="1097275" rIns="0" bIns="0" anchor="t" anchorCtr="0">
            <a:noAutofit/>
          </a:bodyPr>
          <a:lstStyle>
            <a:lvl1pPr marR="0" lvl="0" algn="ctr" rtl="0">
              <a:lnSpc>
                <a:spcPct val="110000"/>
              </a:lnSpc>
              <a:spcBef>
                <a:spcPts val="0"/>
              </a:spcBef>
              <a:spcAft>
                <a:spcPts val="0"/>
              </a:spcAft>
              <a:buClr>
                <a:schemeClr val="dk1"/>
              </a:buClr>
              <a:buSzPts val="2100"/>
              <a:buFont typeface="Noto Sans Symbols"/>
              <a:buNone/>
              <a:defRPr sz="2800" b="0" i="0" u="none" strike="noStrike" cap="none">
                <a:solidFill>
                  <a:schemeClr val="dk1"/>
                </a:solidFill>
                <a:latin typeface="Arial"/>
                <a:ea typeface="Arial"/>
                <a:cs typeface="Arial"/>
                <a:sym typeface="Arial"/>
              </a:defRPr>
            </a:lvl1pPr>
            <a:lvl2pPr marR="0" lvl="1"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2pPr>
            <a:lvl3pPr marR="0" lvl="2"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3pPr>
            <a:lvl4pPr marR="0" lvl="3"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4pPr>
            <a:lvl5pPr marR="0" lvl="4"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5pPr>
            <a:lvl6pPr marR="0" lvl="5"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6pPr>
            <a:lvl7pPr marR="0" lvl="6"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7pPr>
            <a:lvl8pPr marR="0" lvl="7"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8pPr>
            <a:lvl9pPr marR="0" lvl="8" algn="l" rtl="0">
              <a:lnSpc>
                <a:spcPct val="110000"/>
              </a:lnSpc>
              <a:spcBef>
                <a:spcPts val="2000"/>
              </a:spcBef>
              <a:spcAft>
                <a:spcPts val="2000"/>
              </a:spcAft>
              <a:buClr>
                <a:schemeClr val="dk1"/>
              </a:buClr>
              <a:buSzPts val="2160"/>
              <a:buFont typeface="Arial"/>
              <a:buChar char="–"/>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ales Kit Summary">
  <p:cSld name="Sales Kit Summary">
    <p:spTree>
      <p:nvGrpSpPr>
        <p:cNvPr id="1" name="Shape 248"/>
        <p:cNvGrpSpPr/>
        <p:nvPr/>
      </p:nvGrpSpPr>
      <p:grpSpPr>
        <a:xfrm>
          <a:off x="0" y="0"/>
          <a:ext cx="0" cy="0"/>
          <a:chOff x="0" y="0"/>
          <a:chExt cx="0" cy="0"/>
        </a:xfrm>
      </p:grpSpPr>
      <p:sp>
        <p:nvSpPr>
          <p:cNvPr id="249" name="Google Shape;249;p87"/>
          <p:cNvSpPr txBox="1">
            <a:spLocks noGrp="1"/>
          </p:cNvSpPr>
          <p:nvPr>
            <p:ph type="title"/>
          </p:nvPr>
        </p:nvSpPr>
        <p:spPr>
          <a:xfrm>
            <a:off x="685800" y="621438"/>
            <a:ext cx="5222748" cy="97409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87"/>
          <p:cNvSpPr>
            <a:spLocks noGrp="1"/>
          </p:cNvSpPr>
          <p:nvPr>
            <p:ph type="pic" idx="2"/>
          </p:nvPr>
        </p:nvSpPr>
        <p:spPr>
          <a:xfrm>
            <a:off x="6283453" y="457199"/>
            <a:ext cx="5230368" cy="2455255"/>
          </a:xfrm>
          <a:prstGeom prst="rect">
            <a:avLst/>
          </a:prstGeom>
          <a:solidFill>
            <a:srgbClr val="C3D1DD"/>
          </a:solidFill>
          <a:ln>
            <a:noFill/>
          </a:ln>
        </p:spPr>
      </p:sp>
      <p:sp>
        <p:nvSpPr>
          <p:cNvPr id="251" name="Google Shape;251;p87"/>
          <p:cNvSpPr txBox="1">
            <a:spLocks noGrp="1"/>
          </p:cNvSpPr>
          <p:nvPr>
            <p:ph type="body" idx="1"/>
          </p:nvPr>
        </p:nvSpPr>
        <p:spPr>
          <a:xfrm>
            <a:off x="685801" y="3275929"/>
            <a:ext cx="5230368" cy="117957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sz="2400"/>
            </a:lvl1pPr>
            <a:lvl2pPr marL="914400" lvl="1" indent="-228600" algn="l">
              <a:lnSpc>
                <a:spcPct val="100000"/>
              </a:lnSpc>
              <a:spcBef>
                <a:spcPts val="600"/>
              </a:spcBef>
              <a:spcAft>
                <a:spcPts val="0"/>
              </a:spcAft>
              <a:buSzPts val="1800"/>
              <a:buNone/>
              <a:defRPr sz="2000"/>
            </a:lvl2pPr>
            <a:lvl3pPr marL="1371600" lvl="2" indent="-228600" algn="l">
              <a:lnSpc>
                <a:spcPct val="100000"/>
              </a:lnSpc>
              <a:spcBef>
                <a:spcPts val="600"/>
              </a:spcBef>
              <a:spcAft>
                <a:spcPts val="0"/>
              </a:spcAft>
              <a:buSzPts val="1800"/>
              <a:buNone/>
              <a:defRPr sz="2000"/>
            </a:lvl3pPr>
            <a:lvl4pPr marL="1828800" lvl="3" indent="-228600" algn="l">
              <a:lnSpc>
                <a:spcPct val="100000"/>
              </a:lnSpc>
              <a:spcBef>
                <a:spcPts val="600"/>
              </a:spcBef>
              <a:spcAft>
                <a:spcPts val="0"/>
              </a:spcAft>
              <a:buSzPts val="1800"/>
              <a:buNone/>
              <a:defRPr sz="2000"/>
            </a:lvl4pPr>
            <a:lvl5pPr marL="2286000" lvl="4" indent="-228600" algn="l">
              <a:lnSpc>
                <a:spcPct val="100000"/>
              </a:lnSpc>
              <a:spcBef>
                <a:spcPts val="600"/>
              </a:spcBef>
              <a:spcAft>
                <a:spcPts val="0"/>
              </a:spcAft>
              <a:buSzPts val="1800"/>
              <a:buNone/>
              <a:defRPr sz="2000"/>
            </a:lvl5pPr>
            <a:lvl6pPr marL="2743200" lvl="5" indent="-228600" algn="l">
              <a:lnSpc>
                <a:spcPct val="100000"/>
              </a:lnSpc>
              <a:spcBef>
                <a:spcPts val="600"/>
              </a:spcBef>
              <a:spcAft>
                <a:spcPts val="0"/>
              </a:spcAft>
              <a:buSzPts val="1800"/>
              <a:buNone/>
              <a:defRPr sz="2000"/>
            </a:lvl6pPr>
            <a:lvl7pPr marL="3200400" lvl="6" indent="-228600" algn="l">
              <a:lnSpc>
                <a:spcPct val="100000"/>
              </a:lnSpc>
              <a:spcBef>
                <a:spcPts val="600"/>
              </a:spcBef>
              <a:spcAft>
                <a:spcPts val="0"/>
              </a:spcAft>
              <a:buSzPts val="1800"/>
              <a:buNone/>
              <a:defRPr sz="2000"/>
            </a:lvl7pPr>
            <a:lvl8pPr marL="3657600" lvl="7" indent="-228600" algn="l">
              <a:lnSpc>
                <a:spcPct val="100000"/>
              </a:lnSpc>
              <a:spcBef>
                <a:spcPts val="600"/>
              </a:spcBef>
              <a:spcAft>
                <a:spcPts val="0"/>
              </a:spcAft>
              <a:buSzPts val="1800"/>
              <a:buNone/>
              <a:defRPr sz="2000"/>
            </a:lvl8pPr>
            <a:lvl9pPr marL="4114800" lvl="8" indent="-228600" algn="l">
              <a:lnSpc>
                <a:spcPct val="100000"/>
              </a:lnSpc>
              <a:spcBef>
                <a:spcPts val="600"/>
              </a:spcBef>
              <a:spcAft>
                <a:spcPts val="600"/>
              </a:spcAft>
              <a:buSzPts val="1800"/>
              <a:buNone/>
              <a:defRPr sz="2000"/>
            </a:lvl9pPr>
          </a:lstStyle>
          <a:p>
            <a:endParaRPr/>
          </a:p>
        </p:txBody>
      </p:sp>
      <p:sp>
        <p:nvSpPr>
          <p:cNvPr id="252" name="Google Shape;252;p87"/>
          <p:cNvSpPr txBox="1">
            <a:spLocks noGrp="1"/>
          </p:cNvSpPr>
          <p:nvPr>
            <p:ph type="body" idx="3"/>
          </p:nvPr>
        </p:nvSpPr>
        <p:spPr>
          <a:xfrm>
            <a:off x="685801" y="4802793"/>
            <a:ext cx="5230368" cy="117957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sz="2400"/>
            </a:lvl1pPr>
            <a:lvl2pPr marL="914400" lvl="1" indent="-228600" algn="l">
              <a:lnSpc>
                <a:spcPct val="100000"/>
              </a:lnSpc>
              <a:spcBef>
                <a:spcPts val="600"/>
              </a:spcBef>
              <a:spcAft>
                <a:spcPts val="0"/>
              </a:spcAft>
              <a:buSzPts val="1800"/>
              <a:buNone/>
              <a:defRPr sz="2000"/>
            </a:lvl2pPr>
            <a:lvl3pPr marL="1371600" lvl="2" indent="-228600" algn="l">
              <a:lnSpc>
                <a:spcPct val="100000"/>
              </a:lnSpc>
              <a:spcBef>
                <a:spcPts val="600"/>
              </a:spcBef>
              <a:spcAft>
                <a:spcPts val="0"/>
              </a:spcAft>
              <a:buSzPts val="1800"/>
              <a:buNone/>
              <a:defRPr sz="2000"/>
            </a:lvl3pPr>
            <a:lvl4pPr marL="1828800" lvl="3" indent="-228600" algn="l">
              <a:lnSpc>
                <a:spcPct val="100000"/>
              </a:lnSpc>
              <a:spcBef>
                <a:spcPts val="600"/>
              </a:spcBef>
              <a:spcAft>
                <a:spcPts val="0"/>
              </a:spcAft>
              <a:buSzPts val="1800"/>
              <a:buNone/>
              <a:defRPr sz="2000"/>
            </a:lvl4pPr>
            <a:lvl5pPr marL="2286000" lvl="4" indent="-228600" algn="l">
              <a:lnSpc>
                <a:spcPct val="100000"/>
              </a:lnSpc>
              <a:spcBef>
                <a:spcPts val="600"/>
              </a:spcBef>
              <a:spcAft>
                <a:spcPts val="0"/>
              </a:spcAft>
              <a:buSzPts val="1800"/>
              <a:buNone/>
              <a:defRPr sz="2000"/>
            </a:lvl5pPr>
            <a:lvl6pPr marL="2743200" lvl="5" indent="-228600" algn="l">
              <a:lnSpc>
                <a:spcPct val="100000"/>
              </a:lnSpc>
              <a:spcBef>
                <a:spcPts val="600"/>
              </a:spcBef>
              <a:spcAft>
                <a:spcPts val="0"/>
              </a:spcAft>
              <a:buSzPts val="1800"/>
              <a:buNone/>
              <a:defRPr sz="2000"/>
            </a:lvl6pPr>
            <a:lvl7pPr marL="3200400" lvl="6" indent="-228600" algn="l">
              <a:lnSpc>
                <a:spcPct val="100000"/>
              </a:lnSpc>
              <a:spcBef>
                <a:spcPts val="600"/>
              </a:spcBef>
              <a:spcAft>
                <a:spcPts val="0"/>
              </a:spcAft>
              <a:buSzPts val="1800"/>
              <a:buNone/>
              <a:defRPr sz="2000"/>
            </a:lvl7pPr>
            <a:lvl8pPr marL="3657600" lvl="7" indent="-228600" algn="l">
              <a:lnSpc>
                <a:spcPct val="100000"/>
              </a:lnSpc>
              <a:spcBef>
                <a:spcPts val="600"/>
              </a:spcBef>
              <a:spcAft>
                <a:spcPts val="0"/>
              </a:spcAft>
              <a:buSzPts val="1800"/>
              <a:buNone/>
              <a:defRPr sz="2000"/>
            </a:lvl8pPr>
            <a:lvl9pPr marL="4114800" lvl="8" indent="-228600" algn="l">
              <a:lnSpc>
                <a:spcPct val="100000"/>
              </a:lnSpc>
              <a:spcBef>
                <a:spcPts val="600"/>
              </a:spcBef>
              <a:spcAft>
                <a:spcPts val="600"/>
              </a:spcAft>
              <a:buSzPts val="1800"/>
              <a:buNone/>
              <a:defRPr sz="2000"/>
            </a:lvl9pPr>
          </a:lstStyle>
          <a:p>
            <a:endParaRPr/>
          </a:p>
        </p:txBody>
      </p:sp>
      <p:sp>
        <p:nvSpPr>
          <p:cNvPr id="253" name="Google Shape;253;p87"/>
          <p:cNvSpPr txBox="1">
            <a:spLocks noGrp="1"/>
          </p:cNvSpPr>
          <p:nvPr>
            <p:ph type="body" idx="4"/>
          </p:nvPr>
        </p:nvSpPr>
        <p:spPr>
          <a:xfrm>
            <a:off x="6283453" y="3275929"/>
            <a:ext cx="5230368" cy="117957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sz="2400"/>
            </a:lvl1pPr>
            <a:lvl2pPr marL="914400" lvl="1" indent="-228600" algn="l">
              <a:lnSpc>
                <a:spcPct val="100000"/>
              </a:lnSpc>
              <a:spcBef>
                <a:spcPts val="600"/>
              </a:spcBef>
              <a:spcAft>
                <a:spcPts val="0"/>
              </a:spcAft>
              <a:buSzPts val="1800"/>
              <a:buNone/>
              <a:defRPr sz="2000"/>
            </a:lvl2pPr>
            <a:lvl3pPr marL="1371600" lvl="2" indent="-228600" algn="l">
              <a:lnSpc>
                <a:spcPct val="100000"/>
              </a:lnSpc>
              <a:spcBef>
                <a:spcPts val="600"/>
              </a:spcBef>
              <a:spcAft>
                <a:spcPts val="0"/>
              </a:spcAft>
              <a:buSzPts val="1800"/>
              <a:buNone/>
              <a:defRPr sz="2000"/>
            </a:lvl3pPr>
            <a:lvl4pPr marL="1828800" lvl="3" indent="-228600" algn="l">
              <a:lnSpc>
                <a:spcPct val="100000"/>
              </a:lnSpc>
              <a:spcBef>
                <a:spcPts val="600"/>
              </a:spcBef>
              <a:spcAft>
                <a:spcPts val="0"/>
              </a:spcAft>
              <a:buSzPts val="1800"/>
              <a:buNone/>
              <a:defRPr sz="2000"/>
            </a:lvl4pPr>
            <a:lvl5pPr marL="2286000" lvl="4" indent="-228600" algn="l">
              <a:lnSpc>
                <a:spcPct val="100000"/>
              </a:lnSpc>
              <a:spcBef>
                <a:spcPts val="600"/>
              </a:spcBef>
              <a:spcAft>
                <a:spcPts val="0"/>
              </a:spcAft>
              <a:buSzPts val="1800"/>
              <a:buNone/>
              <a:defRPr sz="2000"/>
            </a:lvl5pPr>
            <a:lvl6pPr marL="2743200" lvl="5" indent="-228600" algn="l">
              <a:lnSpc>
                <a:spcPct val="100000"/>
              </a:lnSpc>
              <a:spcBef>
                <a:spcPts val="600"/>
              </a:spcBef>
              <a:spcAft>
                <a:spcPts val="0"/>
              </a:spcAft>
              <a:buSzPts val="1800"/>
              <a:buNone/>
              <a:defRPr sz="2000"/>
            </a:lvl6pPr>
            <a:lvl7pPr marL="3200400" lvl="6" indent="-228600" algn="l">
              <a:lnSpc>
                <a:spcPct val="100000"/>
              </a:lnSpc>
              <a:spcBef>
                <a:spcPts val="600"/>
              </a:spcBef>
              <a:spcAft>
                <a:spcPts val="0"/>
              </a:spcAft>
              <a:buSzPts val="1800"/>
              <a:buNone/>
              <a:defRPr sz="2000"/>
            </a:lvl7pPr>
            <a:lvl8pPr marL="3657600" lvl="7" indent="-228600" algn="l">
              <a:lnSpc>
                <a:spcPct val="100000"/>
              </a:lnSpc>
              <a:spcBef>
                <a:spcPts val="600"/>
              </a:spcBef>
              <a:spcAft>
                <a:spcPts val="0"/>
              </a:spcAft>
              <a:buSzPts val="1800"/>
              <a:buNone/>
              <a:defRPr sz="2000"/>
            </a:lvl8pPr>
            <a:lvl9pPr marL="4114800" lvl="8" indent="-228600" algn="l">
              <a:lnSpc>
                <a:spcPct val="100000"/>
              </a:lnSpc>
              <a:spcBef>
                <a:spcPts val="600"/>
              </a:spcBef>
              <a:spcAft>
                <a:spcPts val="600"/>
              </a:spcAft>
              <a:buSzPts val="1800"/>
              <a:buNone/>
              <a:defRPr sz="2000"/>
            </a:lvl9pPr>
          </a:lstStyle>
          <a:p>
            <a:endParaRPr/>
          </a:p>
        </p:txBody>
      </p:sp>
      <p:sp>
        <p:nvSpPr>
          <p:cNvPr id="254" name="Google Shape;254;p87"/>
          <p:cNvSpPr txBox="1">
            <a:spLocks noGrp="1"/>
          </p:cNvSpPr>
          <p:nvPr>
            <p:ph type="body" idx="5"/>
          </p:nvPr>
        </p:nvSpPr>
        <p:spPr>
          <a:xfrm>
            <a:off x="6283453" y="4802793"/>
            <a:ext cx="5230368" cy="117957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sz="2400"/>
            </a:lvl1pPr>
            <a:lvl2pPr marL="914400" lvl="1" indent="-228600" algn="l">
              <a:lnSpc>
                <a:spcPct val="100000"/>
              </a:lnSpc>
              <a:spcBef>
                <a:spcPts val="600"/>
              </a:spcBef>
              <a:spcAft>
                <a:spcPts val="0"/>
              </a:spcAft>
              <a:buSzPts val="1800"/>
              <a:buNone/>
              <a:defRPr sz="2000"/>
            </a:lvl2pPr>
            <a:lvl3pPr marL="1371600" lvl="2" indent="-228600" algn="l">
              <a:lnSpc>
                <a:spcPct val="100000"/>
              </a:lnSpc>
              <a:spcBef>
                <a:spcPts val="600"/>
              </a:spcBef>
              <a:spcAft>
                <a:spcPts val="0"/>
              </a:spcAft>
              <a:buSzPts val="1800"/>
              <a:buNone/>
              <a:defRPr sz="2000"/>
            </a:lvl3pPr>
            <a:lvl4pPr marL="1828800" lvl="3" indent="-228600" algn="l">
              <a:lnSpc>
                <a:spcPct val="100000"/>
              </a:lnSpc>
              <a:spcBef>
                <a:spcPts val="600"/>
              </a:spcBef>
              <a:spcAft>
                <a:spcPts val="0"/>
              </a:spcAft>
              <a:buSzPts val="1800"/>
              <a:buNone/>
              <a:defRPr sz="2000"/>
            </a:lvl4pPr>
            <a:lvl5pPr marL="2286000" lvl="4" indent="-228600" algn="l">
              <a:lnSpc>
                <a:spcPct val="100000"/>
              </a:lnSpc>
              <a:spcBef>
                <a:spcPts val="600"/>
              </a:spcBef>
              <a:spcAft>
                <a:spcPts val="0"/>
              </a:spcAft>
              <a:buSzPts val="1800"/>
              <a:buNone/>
              <a:defRPr sz="2000"/>
            </a:lvl5pPr>
            <a:lvl6pPr marL="2743200" lvl="5" indent="-228600" algn="l">
              <a:lnSpc>
                <a:spcPct val="100000"/>
              </a:lnSpc>
              <a:spcBef>
                <a:spcPts val="600"/>
              </a:spcBef>
              <a:spcAft>
                <a:spcPts val="0"/>
              </a:spcAft>
              <a:buSzPts val="1800"/>
              <a:buNone/>
              <a:defRPr sz="2000"/>
            </a:lvl6pPr>
            <a:lvl7pPr marL="3200400" lvl="6" indent="-228600" algn="l">
              <a:lnSpc>
                <a:spcPct val="100000"/>
              </a:lnSpc>
              <a:spcBef>
                <a:spcPts val="600"/>
              </a:spcBef>
              <a:spcAft>
                <a:spcPts val="0"/>
              </a:spcAft>
              <a:buSzPts val="1800"/>
              <a:buNone/>
              <a:defRPr sz="2000"/>
            </a:lvl7pPr>
            <a:lvl8pPr marL="3657600" lvl="7" indent="-228600" algn="l">
              <a:lnSpc>
                <a:spcPct val="100000"/>
              </a:lnSpc>
              <a:spcBef>
                <a:spcPts val="600"/>
              </a:spcBef>
              <a:spcAft>
                <a:spcPts val="0"/>
              </a:spcAft>
              <a:buSzPts val="1800"/>
              <a:buNone/>
              <a:defRPr sz="2000"/>
            </a:lvl8pPr>
            <a:lvl9pPr marL="4114800" lvl="8" indent="-228600" algn="l">
              <a:lnSpc>
                <a:spcPct val="100000"/>
              </a:lnSpc>
              <a:spcBef>
                <a:spcPts val="600"/>
              </a:spcBef>
              <a:spcAft>
                <a:spcPts val="600"/>
              </a:spcAft>
              <a:buSzPts val="1800"/>
              <a:buNone/>
              <a:defRPr sz="2000"/>
            </a:lvl9pPr>
          </a:lstStyle>
          <a:p>
            <a:endParaRPr/>
          </a:p>
        </p:txBody>
      </p:sp>
      <p:cxnSp>
        <p:nvCxnSpPr>
          <p:cNvPr id="255" name="Google Shape;255;p87"/>
          <p:cNvCxnSpPr/>
          <p:nvPr/>
        </p:nvCxnSpPr>
        <p:spPr>
          <a:xfrm>
            <a:off x="678180" y="3086100"/>
            <a:ext cx="10835641" cy="0"/>
          </a:xfrm>
          <a:prstGeom prst="straightConnector1">
            <a:avLst/>
          </a:prstGeom>
          <a:noFill/>
          <a:ln w="12700" cap="flat" cmpd="sng">
            <a:solidFill>
              <a:schemeClr val="dk1"/>
            </a:solidFill>
            <a:prstDash val="solid"/>
            <a:miter lim="800000"/>
            <a:headEnd type="none" w="lg" len="lg"/>
            <a:tailEnd type="none" w="sm" len="sm"/>
          </a:ln>
        </p:spPr>
      </p:cxnSp>
      <p:cxnSp>
        <p:nvCxnSpPr>
          <p:cNvPr id="256" name="Google Shape;256;p87"/>
          <p:cNvCxnSpPr/>
          <p:nvPr/>
        </p:nvCxnSpPr>
        <p:spPr>
          <a:xfrm>
            <a:off x="678180" y="4629150"/>
            <a:ext cx="10835641" cy="0"/>
          </a:xfrm>
          <a:prstGeom prst="straightConnector1">
            <a:avLst/>
          </a:prstGeom>
          <a:noFill/>
          <a:ln w="12700" cap="flat" cmpd="sng">
            <a:solidFill>
              <a:schemeClr val="accent1"/>
            </a:solidFill>
            <a:prstDash val="solid"/>
            <a:miter lim="800000"/>
            <a:headEnd type="none" w="lg" len="lg"/>
            <a:tailEnd type="none" w="sm" len="sm"/>
          </a:ln>
        </p:spPr>
      </p:cxnSp>
      <p:sp>
        <p:nvSpPr>
          <p:cNvPr id="257" name="Google Shape;257;p87"/>
          <p:cNvSpPr txBox="1">
            <a:spLocks noGrp="1"/>
          </p:cNvSpPr>
          <p:nvPr>
            <p:ph type="body" idx="6"/>
          </p:nvPr>
        </p:nvSpPr>
        <p:spPr>
          <a:xfrm>
            <a:off x="685800" y="1633492"/>
            <a:ext cx="5222748" cy="127895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0"/>
              </a:spcBef>
              <a:spcAft>
                <a:spcPts val="0"/>
              </a:spcAft>
              <a:buSzPts val="2250"/>
              <a:buNone/>
              <a:defRPr sz="3000">
                <a:solidFill>
                  <a:schemeClr val="accent1"/>
                </a:solidFill>
                <a:latin typeface="Arial"/>
                <a:ea typeface="Arial"/>
                <a:cs typeface="Arial"/>
                <a:sym typeface="Arial"/>
              </a:defRPr>
            </a:lvl1pPr>
            <a:lvl2pPr marL="914400" lvl="1"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2pPr>
            <a:lvl3pPr marL="1371600" lvl="2"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3pPr>
            <a:lvl4pPr marL="1828800" lvl="3"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4pPr>
            <a:lvl5pPr marL="2286000" lvl="4"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5pPr>
            <a:lvl6pPr marL="2743200" lvl="5"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6pPr>
            <a:lvl7pPr marL="3200400" lvl="6"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7pPr>
            <a:lvl8pPr marL="3657600" lvl="7" indent="-228600" algn="l">
              <a:lnSpc>
                <a:spcPct val="110000"/>
              </a:lnSpc>
              <a:spcBef>
                <a:spcPts val="2000"/>
              </a:spcBef>
              <a:spcAft>
                <a:spcPts val="0"/>
              </a:spcAft>
              <a:buSzPts val="2700"/>
              <a:buNone/>
              <a:defRPr sz="3000">
                <a:solidFill>
                  <a:schemeClr val="accent1"/>
                </a:solidFill>
                <a:latin typeface="Arial"/>
                <a:ea typeface="Arial"/>
                <a:cs typeface="Arial"/>
                <a:sym typeface="Arial"/>
              </a:defRPr>
            </a:lvl8pPr>
            <a:lvl9pPr marL="4114800" lvl="8" indent="-228600" algn="l">
              <a:lnSpc>
                <a:spcPct val="110000"/>
              </a:lnSpc>
              <a:spcBef>
                <a:spcPts val="2000"/>
              </a:spcBef>
              <a:spcAft>
                <a:spcPts val="2000"/>
              </a:spcAft>
              <a:buSzPts val="2700"/>
              <a:buNone/>
              <a:defRPr sz="3000">
                <a:solidFill>
                  <a:schemeClr val="accent1"/>
                </a:solidFill>
                <a:latin typeface="Arial"/>
                <a:ea typeface="Arial"/>
                <a:cs typeface="Arial"/>
                <a:sym typeface="Arial"/>
              </a:defRPr>
            </a:lvl9pPr>
          </a:lstStyle>
          <a:p>
            <a:endParaRPr/>
          </a:p>
        </p:txBody>
      </p:sp>
      <p:cxnSp>
        <p:nvCxnSpPr>
          <p:cNvPr id="258" name="Google Shape;258;p87"/>
          <p:cNvCxnSpPr/>
          <p:nvPr/>
        </p:nvCxnSpPr>
        <p:spPr>
          <a:xfrm>
            <a:off x="6096000" y="3086100"/>
            <a:ext cx="0" cy="3086100"/>
          </a:xfrm>
          <a:prstGeom prst="straightConnector1">
            <a:avLst/>
          </a:prstGeom>
          <a:noFill/>
          <a:ln w="12700" cap="flat" cmpd="sng">
            <a:solidFill>
              <a:schemeClr val="accent1"/>
            </a:solidFill>
            <a:prstDash val="solid"/>
            <a:miter lim="800000"/>
            <a:headEnd type="none" w="lg" len="lg"/>
            <a:tailEnd type="none" w="sm" len="sm"/>
          </a:ln>
        </p:spPr>
      </p:cxnSp>
      <p:cxnSp>
        <p:nvCxnSpPr>
          <p:cNvPr id="259" name="Google Shape;259;p87"/>
          <p:cNvCxnSpPr/>
          <p:nvPr/>
        </p:nvCxnSpPr>
        <p:spPr>
          <a:xfrm>
            <a:off x="6096000" y="3086100"/>
            <a:ext cx="0" cy="3086100"/>
          </a:xfrm>
          <a:prstGeom prst="straightConnector1">
            <a:avLst/>
          </a:prstGeom>
          <a:noFill/>
          <a:ln w="12700" cap="flat" cmpd="sng">
            <a:solidFill>
              <a:schemeClr val="accent1"/>
            </a:solidFill>
            <a:prstDash val="solid"/>
            <a:miter lim="800000"/>
            <a:headEnd type="none" w="lg" len="lg"/>
            <a:tailEnd type="none" w="sm" len="sm"/>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___  ">
  <p:cSld name="___  ">
    <p:bg>
      <p:bgPr>
        <a:solidFill>
          <a:schemeClr val="dk2"/>
        </a:solidFill>
        <a:effectLst/>
      </p:bgPr>
    </p:bg>
    <p:spTree>
      <p:nvGrpSpPr>
        <p:cNvPr id="1" name="Shape 260"/>
        <p:cNvGrpSpPr/>
        <p:nvPr/>
      </p:nvGrpSpPr>
      <p:grpSpPr>
        <a:xfrm>
          <a:off x="0" y="0"/>
          <a:ext cx="0" cy="0"/>
          <a:chOff x="0" y="0"/>
          <a:chExt cx="0" cy="0"/>
        </a:xfrm>
      </p:grpSpPr>
      <p:sp>
        <p:nvSpPr>
          <p:cNvPr id="261" name="Google Shape;261;p88"/>
          <p:cNvSpPr txBox="1"/>
          <p:nvPr/>
        </p:nvSpPr>
        <p:spPr>
          <a:xfrm>
            <a:off x="457200" y="728261"/>
            <a:ext cx="11277600" cy="54014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500" b="1">
                <a:solidFill>
                  <a:schemeClr val="lt1"/>
                </a:solidFill>
                <a:latin typeface="Arial"/>
                <a:ea typeface="Arial"/>
                <a:cs typeface="Arial"/>
                <a:sym typeface="Arial"/>
              </a:rPr>
              <a:t>FINAL </a:t>
            </a:r>
            <a:br>
              <a:rPr lang="en-US" sz="11500" b="1">
                <a:solidFill>
                  <a:schemeClr val="lt1"/>
                </a:solidFill>
                <a:latin typeface="Arial"/>
                <a:ea typeface="Arial"/>
                <a:cs typeface="Arial"/>
                <a:sym typeface="Arial"/>
              </a:rPr>
            </a:br>
            <a:r>
              <a:rPr lang="en-US" sz="11500" b="1">
                <a:solidFill>
                  <a:schemeClr val="lt1"/>
                </a:solidFill>
                <a:latin typeface="Arial"/>
                <a:ea typeface="Arial"/>
                <a:cs typeface="Arial"/>
                <a:sym typeface="Arial"/>
              </a:rPr>
              <a:t>SLIDE LAYOUTS</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262"/>
        <p:cNvGrpSpPr/>
        <p:nvPr/>
      </p:nvGrpSpPr>
      <p:grpSpPr>
        <a:xfrm>
          <a:off x="0" y="0"/>
          <a:ext cx="0" cy="0"/>
          <a:chOff x="0" y="0"/>
          <a:chExt cx="0" cy="0"/>
        </a:xfrm>
      </p:grpSpPr>
      <p:sp>
        <p:nvSpPr>
          <p:cNvPr id="263" name="Google Shape;263;p89"/>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64" name="Google Shape;264;p89"/>
          <p:cNvPicPr preferRelativeResize="0"/>
          <p:nvPr/>
        </p:nvPicPr>
        <p:blipFill rotWithShape="1">
          <a:blip r:embed="rId2">
            <a:alphaModFix/>
          </a:blip>
          <a:srcRect l="5118" r="5556"/>
          <a:stretch/>
        </p:blipFill>
        <p:spPr>
          <a:xfrm>
            <a:off x="685800" y="5624773"/>
            <a:ext cx="2415737" cy="579511"/>
          </a:xfrm>
          <a:prstGeom prst="rect">
            <a:avLst/>
          </a:prstGeom>
          <a:noFill/>
          <a:ln>
            <a:noFill/>
          </a:ln>
        </p:spPr>
      </p:pic>
      <p:sp>
        <p:nvSpPr>
          <p:cNvPr id="265" name="Google Shape;265;p89"/>
          <p:cNvSpPr txBox="1"/>
          <p:nvPr/>
        </p:nvSpPr>
        <p:spPr>
          <a:xfrm>
            <a:off x="685800" y="2875548"/>
            <a:ext cx="3009900" cy="782053"/>
          </a:xfrm>
          <a:prstGeom prst="rect">
            <a:avLst/>
          </a:prstGeom>
          <a:noFill/>
          <a:ln>
            <a:noFill/>
          </a:ln>
        </p:spPr>
        <p:txBody>
          <a:bodyPr spcFirstLastPara="1" wrap="square" lIns="0" tIns="0" rIns="45700" bIns="45700" anchor="t" anchorCtr="0">
            <a:noAutofit/>
          </a:bodyPr>
          <a:lstStyle/>
          <a:p>
            <a:pPr marL="0" marR="0" lvl="0" indent="0" algn="l" rtl="0">
              <a:lnSpc>
                <a:spcPct val="110000"/>
              </a:lnSpc>
              <a:spcBef>
                <a:spcPts val="0"/>
              </a:spcBef>
              <a:spcAft>
                <a:spcPts val="0"/>
              </a:spcAft>
              <a:buNone/>
            </a:pPr>
            <a:r>
              <a:rPr lang="en-US" sz="4400" b="1">
                <a:solidFill>
                  <a:schemeClr val="dk1"/>
                </a:solidFill>
                <a:latin typeface="Arial"/>
                <a:ea typeface="Arial"/>
                <a:cs typeface="Arial"/>
                <a:sym typeface="Arial"/>
              </a:rPr>
              <a:t>Thank you</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hank You (Blue)">
  <p:cSld name="Thank You (Blue)">
    <p:spTree>
      <p:nvGrpSpPr>
        <p:cNvPr id="1" name="Shape 266"/>
        <p:cNvGrpSpPr/>
        <p:nvPr/>
      </p:nvGrpSpPr>
      <p:grpSpPr>
        <a:xfrm>
          <a:off x="0" y="0"/>
          <a:ext cx="0" cy="0"/>
          <a:chOff x="0" y="0"/>
          <a:chExt cx="0" cy="0"/>
        </a:xfrm>
      </p:grpSpPr>
      <p:sp>
        <p:nvSpPr>
          <p:cNvPr id="267" name="Google Shape;267;p90"/>
          <p:cNvSpPr/>
          <p:nvPr/>
        </p:nvSpPr>
        <p:spPr>
          <a:xfrm>
            <a:off x="0" y="0"/>
            <a:ext cx="4287838"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90"/>
          <p:cNvSpPr>
            <a:spLocks noGrp="1"/>
          </p:cNvSpPr>
          <p:nvPr>
            <p:ph type="pic" idx="2"/>
          </p:nvPr>
        </p:nvSpPr>
        <p:spPr>
          <a:xfrm>
            <a:off x="4891087" y="1028700"/>
            <a:ext cx="6615113" cy="4800600"/>
          </a:xfrm>
          <a:prstGeom prst="rect">
            <a:avLst/>
          </a:prstGeom>
          <a:solidFill>
            <a:srgbClr val="C3D1DD"/>
          </a:solidFill>
          <a:ln>
            <a:noFill/>
          </a:ln>
        </p:spPr>
      </p:sp>
      <p:pic>
        <p:nvPicPr>
          <p:cNvPr id="269" name="Google Shape;269;p90"/>
          <p:cNvPicPr preferRelativeResize="0"/>
          <p:nvPr/>
        </p:nvPicPr>
        <p:blipFill rotWithShape="1">
          <a:blip r:embed="rId2">
            <a:alphaModFix/>
          </a:blip>
          <a:srcRect l="5118" r="5556"/>
          <a:stretch/>
        </p:blipFill>
        <p:spPr>
          <a:xfrm>
            <a:off x="685800" y="5624773"/>
            <a:ext cx="2415737" cy="579511"/>
          </a:xfrm>
          <a:prstGeom prst="rect">
            <a:avLst/>
          </a:prstGeom>
          <a:noFill/>
          <a:ln>
            <a:noFill/>
          </a:ln>
        </p:spPr>
      </p:pic>
      <p:sp>
        <p:nvSpPr>
          <p:cNvPr id="270" name="Google Shape;270;p90"/>
          <p:cNvSpPr txBox="1"/>
          <p:nvPr/>
        </p:nvSpPr>
        <p:spPr>
          <a:xfrm>
            <a:off x="685800" y="2875548"/>
            <a:ext cx="3009900" cy="782053"/>
          </a:xfrm>
          <a:prstGeom prst="rect">
            <a:avLst/>
          </a:prstGeom>
          <a:noFill/>
          <a:ln>
            <a:noFill/>
          </a:ln>
        </p:spPr>
        <p:txBody>
          <a:bodyPr spcFirstLastPara="1" wrap="square" lIns="0" tIns="0" rIns="45700" bIns="45700" anchor="t" anchorCtr="0">
            <a:noAutofit/>
          </a:bodyPr>
          <a:lstStyle/>
          <a:p>
            <a:pPr marL="0" marR="0" lvl="0" indent="0" algn="l" rtl="0">
              <a:lnSpc>
                <a:spcPct val="110000"/>
              </a:lnSpc>
              <a:spcBef>
                <a:spcPts val="0"/>
              </a:spcBef>
              <a:spcAft>
                <a:spcPts val="0"/>
              </a:spcAft>
              <a:buNone/>
            </a:pPr>
            <a:r>
              <a:rPr lang="en-US" sz="4400" b="1">
                <a:solidFill>
                  <a:schemeClr val="lt1"/>
                </a:solidFill>
                <a:latin typeface="Arial"/>
                <a:ea typeface="Arial"/>
                <a:cs typeface="Arial"/>
                <a:sym typeface="Arial"/>
              </a:rPr>
              <a:t>Thank you</a:t>
            </a:r>
            <a:endParaRPr/>
          </a:p>
        </p:txBody>
      </p:sp>
      <p:pic>
        <p:nvPicPr>
          <p:cNvPr id="271" name="Google Shape;271;p90"/>
          <p:cNvPicPr preferRelativeResize="0"/>
          <p:nvPr/>
        </p:nvPicPr>
        <p:blipFill rotWithShape="1">
          <a:blip r:embed="rId3">
            <a:alphaModFix/>
          </a:blip>
          <a:srcRect/>
          <a:stretch/>
        </p:blipFill>
        <p:spPr>
          <a:xfrm>
            <a:off x="472283" y="5419868"/>
            <a:ext cx="2804318" cy="96188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estions Slide">
  <p:cSld name="Questions Slide">
    <p:spTree>
      <p:nvGrpSpPr>
        <p:cNvPr id="1" name="Shape 272"/>
        <p:cNvGrpSpPr/>
        <p:nvPr/>
      </p:nvGrpSpPr>
      <p:grpSpPr>
        <a:xfrm>
          <a:off x="0" y="0"/>
          <a:ext cx="0" cy="0"/>
          <a:chOff x="0" y="0"/>
          <a:chExt cx="0" cy="0"/>
        </a:xfrm>
      </p:grpSpPr>
      <p:sp>
        <p:nvSpPr>
          <p:cNvPr id="273" name="Google Shape;273;p91"/>
          <p:cNvSpPr txBox="1"/>
          <p:nvPr/>
        </p:nvSpPr>
        <p:spPr>
          <a:xfrm>
            <a:off x="685800" y="5079138"/>
            <a:ext cx="3602038" cy="75016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4400" b="1">
                <a:solidFill>
                  <a:schemeClr val="accent1"/>
                </a:solidFill>
                <a:latin typeface="Arial"/>
                <a:ea typeface="Arial"/>
                <a:cs typeface="Arial"/>
                <a:sym typeface="Arial"/>
              </a:rPr>
              <a:t>Questions?</a:t>
            </a:r>
            <a:endParaRPr/>
          </a:p>
        </p:txBody>
      </p:sp>
      <p:sp>
        <p:nvSpPr>
          <p:cNvPr id="274" name="Google Shape;274;p91"/>
          <p:cNvSpPr/>
          <p:nvPr/>
        </p:nvSpPr>
        <p:spPr>
          <a:xfrm>
            <a:off x="0" y="0"/>
            <a:ext cx="12192000" cy="4457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Questions Slide (Picture)">
  <p:cSld name="Questions Slide (Picture)">
    <p:spTree>
      <p:nvGrpSpPr>
        <p:cNvPr id="1" name="Shape 275"/>
        <p:cNvGrpSpPr/>
        <p:nvPr/>
      </p:nvGrpSpPr>
      <p:grpSpPr>
        <a:xfrm>
          <a:off x="0" y="0"/>
          <a:ext cx="0" cy="0"/>
          <a:chOff x="0" y="0"/>
          <a:chExt cx="0" cy="0"/>
        </a:xfrm>
      </p:grpSpPr>
      <p:sp>
        <p:nvSpPr>
          <p:cNvPr id="276" name="Google Shape;276;p92"/>
          <p:cNvSpPr>
            <a:spLocks noGrp="1"/>
          </p:cNvSpPr>
          <p:nvPr>
            <p:ph type="pic" idx="2"/>
          </p:nvPr>
        </p:nvSpPr>
        <p:spPr>
          <a:xfrm>
            <a:off x="0" y="0"/>
            <a:ext cx="12192000" cy="4457700"/>
          </a:xfrm>
          <a:prstGeom prst="rect">
            <a:avLst/>
          </a:prstGeom>
          <a:solidFill>
            <a:srgbClr val="C3D1DD"/>
          </a:solidFill>
          <a:ln>
            <a:noFill/>
          </a:ln>
        </p:spPr>
      </p:sp>
      <p:sp>
        <p:nvSpPr>
          <p:cNvPr id="277" name="Google Shape;277;p92"/>
          <p:cNvSpPr txBox="1"/>
          <p:nvPr/>
        </p:nvSpPr>
        <p:spPr>
          <a:xfrm>
            <a:off x="685800" y="5079138"/>
            <a:ext cx="3602038" cy="75016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r>
              <a:rPr lang="en-US" sz="4400" b="1">
                <a:solidFill>
                  <a:schemeClr val="accent1"/>
                </a:solidFill>
                <a:latin typeface="Arial"/>
                <a:ea typeface="Arial"/>
                <a:cs typeface="Arial"/>
                <a:sym typeface="Arial"/>
              </a:rPr>
              <a:t>Questions?</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___   ">
  <p:cSld name="___   ">
    <p:bg>
      <p:bgPr>
        <a:solidFill>
          <a:schemeClr val="dk2"/>
        </a:solidFill>
        <a:effectLst/>
      </p:bgPr>
    </p:bg>
    <p:spTree>
      <p:nvGrpSpPr>
        <p:cNvPr id="1" name="Shape 278"/>
        <p:cNvGrpSpPr/>
        <p:nvPr/>
      </p:nvGrpSpPr>
      <p:grpSpPr>
        <a:xfrm>
          <a:off x="0" y="0"/>
          <a:ext cx="0" cy="0"/>
          <a:chOff x="0" y="0"/>
          <a:chExt cx="0" cy="0"/>
        </a:xfrm>
      </p:grpSpPr>
      <p:sp>
        <p:nvSpPr>
          <p:cNvPr id="279" name="Google Shape;279;p93"/>
          <p:cNvSpPr txBox="1"/>
          <p:nvPr/>
        </p:nvSpPr>
        <p:spPr>
          <a:xfrm>
            <a:off x="457200" y="728261"/>
            <a:ext cx="11277600" cy="540147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500" b="1">
                <a:solidFill>
                  <a:schemeClr val="lt1"/>
                </a:solidFill>
                <a:latin typeface="Arial"/>
                <a:ea typeface="Arial"/>
                <a:cs typeface="Arial"/>
                <a:sym typeface="Arial"/>
              </a:rPr>
              <a:t>END OF TEMPLATE LAYOUTS</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
        <p:cNvGrpSpPr/>
        <p:nvPr/>
      </p:nvGrpSpPr>
      <p:grpSpPr>
        <a:xfrm>
          <a:off x="0" y="0"/>
          <a:ext cx="0" cy="0"/>
          <a:chOff x="0" y="0"/>
          <a:chExt cx="0" cy="0"/>
        </a:xfrm>
      </p:grpSpPr>
      <p:sp>
        <p:nvSpPr>
          <p:cNvPr id="8" name="Google Shape;8;p37"/>
          <p:cNvSpPr txBox="1">
            <a:spLocks noGrp="1"/>
          </p:cNvSpPr>
          <p:nvPr>
            <p:ph type="body" idx="1"/>
          </p:nvPr>
        </p:nvSpPr>
        <p:spPr>
          <a:xfrm>
            <a:off x="685800" y="1633491"/>
            <a:ext cx="10820400" cy="4538709"/>
          </a:xfrm>
          <a:prstGeom prst="rect">
            <a:avLst/>
          </a:prstGeom>
          <a:noFill/>
          <a:ln>
            <a:noFill/>
          </a:ln>
        </p:spPr>
        <p:txBody>
          <a:bodyPr spcFirstLastPara="1" wrap="square" lIns="0" tIns="0" rIns="0" bIns="0" anchor="t" anchorCtr="0">
            <a:noAutofit/>
          </a:bodyPr>
          <a:lstStyle>
            <a:lvl1pPr marL="457200" marR="0" lvl="0" indent="-361950" algn="l" rtl="0">
              <a:lnSpc>
                <a:spcPct val="110000"/>
              </a:lnSpc>
              <a:spcBef>
                <a:spcPts val="0"/>
              </a:spcBef>
              <a:spcAft>
                <a:spcPts val="0"/>
              </a:spcAft>
              <a:buClr>
                <a:schemeClr val="dk1"/>
              </a:buClr>
              <a:buSzPts val="2100"/>
              <a:buFont typeface="Noto Sans Symbols"/>
              <a:buChar char="▪"/>
              <a:defRPr sz="2800" b="0" i="0" u="none" strike="noStrike" cap="none">
                <a:solidFill>
                  <a:schemeClr val="dk1"/>
                </a:solidFill>
                <a:latin typeface="Arial"/>
                <a:ea typeface="Arial"/>
                <a:cs typeface="Arial"/>
                <a:sym typeface="Arial"/>
              </a:defRPr>
            </a:lvl1pPr>
            <a:lvl2pPr marL="914400" marR="0" lvl="1" indent="-365760"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2pPr>
            <a:lvl3pPr marL="1371600" marR="0" lvl="2" indent="-365760"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3pPr>
            <a:lvl4pPr marL="1828800" marR="0" lvl="3" indent="-365760"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4pPr>
            <a:lvl5pPr marL="2286000" marR="0" lvl="4" indent="-365760"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5pPr>
            <a:lvl6pPr marL="2743200" marR="0" lvl="5" indent="-365760"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6pPr>
            <a:lvl7pPr marL="3200400" marR="0" lvl="6" indent="-365760"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7pPr>
            <a:lvl8pPr marL="3657600" marR="0" lvl="7" indent="-365759" algn="l" rtl="0">
              <a:lnSpc>
                <a:spcPct val="110000"/>
              </a:lnSpc>
              <a:spcBef>
                <a:spcPts val="2000"/>
              </a:spcBef>
              <a:spcAft>
                <a:spcPts val="0"/>
              </a:spcAft>
              <a:buClr>
                <a:schemeClr val="dk1"/>
              </a:buClr>
              <a:buSzPts val="2160"/>
              <a:buFont typeface="Arial"/>
              <a:buChar char="–"/>
              <a:defRPr sz="2400" b="0" i="0" u="none" strike="noStrike" cap="none">
                <a:solidFill>
                  <a:schemeClr val="dk1"/>
                </a:solidFill>
                <a:latin typeface="Arial"/>
                <a:ea typeface="Arial"/>
                <a:cs typeface="Arial"/>
                <a:sym typeface="Arial"/>
              </a:defRPr>
            </a:lvl8pPr>
            <a:lvl9pPr marL="4114800" marR="0" lvl="8" indent="-365759" algn="l" rtl="0">
              <a:lnSpc>
                <a:spcPct val="110000"/>
              </a:lnSpc>
              <a:spcBef>
                <a:spcPts val="2000"/>
              </a:spcBef>
              <a:spcAft>
                <a:spcPts val="2000"/>
              </a:spcAft>
              <a:buClr>
                <a:schemeClr val="dk1"/>
              </a:buClr>
              <a:buSzPts val="216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9" name="Google Shape;9;p37"/>
          <p:cNvSpPr txBox="1">
            <a:spLocks noGrp="1"/>
          </p:cNvSpPr>
          <p:nvPr>
            <p:ph type="dt" idx="10"/>
          </p:nvPr>
        </p:nvSpPr>
        <p:spPr>
          <a:xfrm>
            <a:off x="2476501" y="6430978"/>
            <a:ext cx="1219200" cy="138499"/>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9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37"/>
          <p:cNvSpPr txBox="1">
            <a:spLocks noGrp="1"/>
          </p:cNvSpPr>
          <p:nvPr>
            <p:ph type="ftr" idx="11"/>
          </p:nvPr>
        </p:nvSpPr>
        <p:spPr>
          <a:xfrm>
            <a:off x="3700117" y="6430978"/>
            <a:ext cx="6597996" cy="138499"/>
          </a:xfrm>
          <a:prstGeom prst="rect">
            <a:avLst/>
          </a:prstGeom>
          <a:noFill/>
          <a:ln>
            <a:noFill/>
          </a:ln>
        </p:spPr>
        <p:txBody>
          <a:bodyPr spcFirstLastPara="1" wrap="square" lIns="0" tIns="0" rIns="0" bIns="0" anchor="ctr" anchorCtr="0">
            <a:noAutofit/>
          </a:bodyPr>
          <a:lstStyle>
            <a:lvl1pPr marR="0" lvl="0" algn="ctr" rtl="0">
              <a:spcBef>
                <a:spcPts val="0"/>
              </a:spcBef>
              <a:spcAft>
                <a:spcPts val="0"/>
              </a:spcAft>
              <a:buSzPts val="1400"/>
              <a:buNone/>
              <a:defRPr sz="9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1" name="Google Shape;11;p37"/>
          <p:cNvSpPr txBox="1">
            <a:spLocks noGrp="1"/>
          </p:cNvSpPr>
          <p:nvPr>
            <p:ph type="sldNum" idx="12"/>
          </p:nvPr>
        </p:nvSpPr>
        <p:spPr>
          <a:xfrm>
            <a:off x="1909417" y="6430978"/>
            <a:ext cx="567083" cy="138499"/>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900" b="0" i="0" u="none" strike="noStrike" cap="none">
                <a:solidFill>
                  <a:schemeClr val="dk1"/>
                </a:solidFill>
                <a:latin typeface="Arial"/>
                <a:ea typeface="Arial"/>
                <a:cs typeface="Arial"/>
                <a:sym typeface="Arial"/>
              </a:defRPr>
            </a:lvl1pPr>
            <a:lvl2pPr marL="0" marR="0" lvl="1" indent="0" algn="l" rtl="0">
              <a:spcBef>
                <a:spcPts val="0"/>
              </a:spcBef>
              <a:buNone/>
              <a:defRPr sz="900" b="0" i="0" u="none" strike="noStrike" cap="none">
                <a:solidFill>
                  <a:schemeClr val="dk1"/>
                </a:solidFill>
                <a:latin typeface="Arial"/>
                <a:ea typeface="Arial"/>
                <a:cs typeface="Arial"/>
                <a:sym typeface="Arial"/>
              </a:defRPr>
            </a:lvl2pPr>
            <a:lvl3pPr marL="0" marR="0" lvl="2" indent="0" algn="l" rtl="0">
              <a:spcBef>
                <a:spcPts val="0"/>
              </a:spcBef>
              <a:buNone/>
              <a:defRPr sz="900" b="0" i="0" u="none" strike="noStrike" cap="none">
                <a:solidFill>
                  <a:schemeClr val="dk1"/>
                </a:solidFill>
                <a:latin typeface="Arial"/>
                <a:ea typeface="Arial"/>
                <a:cs typeface="Arial"/>
                <a:sym typeface="Arial"/>
              </a:defRPr>
            </a:lvl3pPr>
            <a:lvl4pPr marL="0" marR="0" lvl="3" indent="0" algn="l" rtl="0">
              <a:spcBef>
                <a:spcPts val="0"/>
              </a:spcBef>
              <a:buNone/>
              <a:defRPr sz="900" b="0" i="0" u="none" strike="noStrike" cap="none">
                <a:solidFill>
                  <a:schemeClr val="dk1"/>
                </a:solidFill>
                <a:latin typeface="Arial"/>
                <a:ea typeface="Arial"/>
                <a:cs typeface="Arial"/>
                <a:sym typeface="Arial"/>
              </a:defRPr>
            </a:lvl4pPr>
            <a:lvl5pPr marL="0" marR="0" lvl="4" indent="0" algn="l" rtl="0">
              <a:spcBef>
                <a:spcPts val="0"/>
              </a:spcBef>
              <a:buNone/>
              <a:defRPr sz="900" b="0" i="0" u="none" strike="noStrike" cap="none">
                <a:solidFill>
                  <a:schemeClr val="dk1"/>
                </a:solidFill>
                <a:latin typeface="Arial"/>
                <a:ea typeface="Arial"/>
                <a:cs typeface="Arial"/>
                <a:sym typeface="Arial"/>
              </a:defRPr>
            </a:lvl5pPr>
            <a:lvl6pPr marL="0" marR="0" lvl="5" indent="0" algn="l" rtl="0">
              <a:spcBef>
                <a:spcPts val="0"/>
              </a:spcBef>
              <a:buNone/>
              <a:defRPr sz="900" b="0" i="0" u="none" strike="noStrike" cap="none">
                <a:solidFill>
                  <a:schemeClr val="dk1"/>
                </a:solidFill>
                <a:latin typeface="Arial"/>
                <a:ea typeface="Arial"/>
                <a:cs typeface="Arial"/>
                <a:sym typeface="Arial"/>
              </a:defRPr>
            </a:lvl6pPr>
            <a:lvl7pPr marL="0" marR="0" lvl="6" indent="0" algn="l" rtl="0">
              <a:spcBef>
                <a:spcPts val="0"/>
              </a:spcBef>
              <a:buNone/>
              <a:defRPr sz="900" b="0" i="0" u="none" strike="noStrike" cap="none">
                <a:solidFill>
                  <a:schemeClr val="dk1"/>
                </a:solidFill>
                <a:latin typeface="Arial"/>
                <a:ea typeface="Arial"/>
                <a:cs typeface="Arial"/>
                <a:sym typeface="Arial"/>
              </a:defRPr>
            </a:lvl7pPr>
            <a:lvl8pPr marL="0" marR="0" lvl="7" indent="0" algn="l" rtl="0">
              <a:spcBef>
                <a:spcPts val="0"/>
              </a:spcBef>
              <a:buNone/>
              <a:defRPr sz="900" b="0" i="0" u="none" strike="noStrike" cap="none">
                <a:solidFill>
                  <a:schemeClr val="dk1"/>
                </a:solidFill>
                <a:latin typeface="Arial"/>
                <a:ea typeface="Arial"/>
                <a:cs typeface="Arial"/>
                <a:sym typeface="Arial"/>
              </a:defRPr>
            </a:lvl8pPr>
            <a:lvl9pPr marL="0" marR="0" lvl="8" indent="0" algn="l" rtl="0">
              <a:spcBef>
                <a:spcPts val="0"/>
              </a:spcBef>
              <a:buNone/>
              <a:defRPr sz="9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2" name="Google Shape;12;p37"/>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accent1"/>
              </a:buClr>
              <a:buSzPts val="4000"/>
              <a:buFont typeface="Arial"/>
              <a:buNone/>
              <a:defRPr sz="4000" b="1" i="0" u="none" strike="noStrike" cap="non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F26B43"/>
          </p15:clr>
        </p15:guide>
        <p15:guide id="2" orient="horz" pos="3888">
          <p15:clr>
            <a:srgbClr val="000000"/>
          </p15:clr>
        </p15:guide>
        <p15:guide id="3" orient="horz" pos="648">
          <p15:clr>
            <a:srgbClr val="A4A3A4"/>
          </p15:clr>
        </p15:guide>
        <p15:guide id="4" orient="horz" pos="3672">
          <p15:clr>
            <a:srgbClr val="A4A3A4"/>
          </p15:clr>
        </p15:guide>
        <p15:guide id="5" pos="432">
          <p15:clr>
            <a:srgbClr val="F26B43"/>
          </p15:clr>
        </p15:guide>
        <p15:guide id="6" pos="7248">
          <p15:clr>
            <a:srgbClr val="F26B43"/>
          </p15:clr>
        </p15:guide>
        <p15:guide id="7" pos="4977">
          <p15:clr>
            <a:srgbClr val="000000"/>
          </p15:clr>
        </p15:guide>
        <p15:guide id="8" pos="2701">
          <p15:clr>
            <a:srgbClr val="000000"/>
          </p15:clr>
        </p15:guide>
        <p15:guide id="9" orient="horz" pos="2160">
          <p15:clr>
            <a:srgbClr val="F26B43"/>
          </p15:clr>
        </p15:guide>
        <p15:guide id="10" pos="3840">
          <p15:clr>
            <a:srgbClr val="F26B43"/>
          </p15:clr>
        </p15:guide>
        <p15:guide id="11" orient="horz" pos="864">
          <p15:clr>
            <a:srgbClr val="A4A3A4"/>
          </p15:clr>
        </p15:guide>
        <p15:guide id="12" orient="horz" pos="3456">
          <p15:clr>
            <a:srgbClr val="A4A3A4"/>
          </p15:clr>
        </p15:guide>
        <p15:guide id="13" orient="horz" pos="1080">
          <p15:clr>
            <a:srgbClr val="547EBF"/>
          </p15:clr>
        </p15:guide>
        <p15:guide id="14" orient="horz" pos="3240">
          <p15:clr>
            <a:srgbClr val="A4A3A4"/>
          </p15:clr>
        </p15:guide>
        <p15:guide id="15" orient="horz" pos="1296">
          <p15:clr>
            <a:srgbClr val="A4A3A4"/>
          </p15:clr>
        </p15:guide>
        <p15:guide id="16" orient="horz" pos="3024">
          <p15:clr>
            <a:srgbClr val="A4A3A4"/>
          </p15:clr>
        </p15:guide>
        <p15:guide id="17" orient="horz" pos="1512">
          <p15:clr>
            <a:srgbClr val="A4A3A4"/>
          </p15:clr>
        </p15:guide>
        <p15:guide id="18" orient="horz" pos="2808">
          <p15:clr>
            <a:srgbClr val="A4A3A4"/>
          </p15:clr>
        </p15:guide>
        <p15:guide id="19" orient="horz" pos="1728">
          <p15:clr>
            <a:srgbClr val="A4A3A4"/>
          </p15:clr>
        </p15:guide>
        <p15:guide id="20" orient="horz" pos="2592">
          <p15:clr>
            <a:srgbClr val="A4A3A4"/>
          </p15:clr>
        </p15:guide>
        <p15:guide id="21" orient="horz" pos="1944">
          <p15:clr>
            <a:srgbClr val="A4A3A4"/>
          </p15:clr>
        </p15:guide>
        <p15:guide id="22" orient="horz" pos="2376">
          <p15:clr>
            <a:srgbClr val="A4A3A4"/>
          </p15:clr>
        </p15:guide>
        <p15:guide id="23" pos="3456">
          <p15:clr>
            <a:srgbClr val="A4A3A4"/>
          </p15:clr>
        </p15:guide>
        <p15:guide id="24" pos="4224">
          <p15:clr>
            <a:srgbClr val="A4A3A4"/>
          </p15:clr>
        </p15:guide>
        <p15:guide id="25" pos="3081">
          <p15:clr>
            <a:srgbClr val="A4A3A4"/>
          </p15:clr>
        </p15:guide>
        <p15:guide id="26" pos="4602">
          <p15:clr>
            <a:srgbClr val="A4A3A4"/>
          </p15:clr>
        </p15:guide>
        <p15:guide id="27" pos="2328">
          <p15:clr>
            <a:srgbClr val="A4A3A4"/>
          </p15:clr>
        </p15:guide>
        <p15:guide id="28" pos="5352">
          <p15:clr>
            <a:srgbClr val="A4A3A4"/>
          </p15:clr>
        </p15:guide>
        <p15:guide id="29" pos="1944">
          <p15:clr>
            <a:srgbClr val="A4A3A4"/>
          </p15:clr>
        </p15:guide>
        <p15:guide id="30" pos="5736">
          <p15:clr>
            <a:srgbClr val="A4A3A4"/>
          </p15:clr>
        </p15:guide>
        <p15:guide id="31" pos="1560">
          <p15:clr>
            <a:srgbClr val="A4A3A4"/>
          </p15:clr>
        </p15:guide>
        <p15:guide id="32" pos="6120">
          <p15:clr>
            <a:srgbClr val="A4A3A4"/>
          </p15:clr>
        </p15:guide>
        <p15:guide id="33" pos="1191">
          <p15:clr>
            <a:srgbClr val="A4A3A4"/>
          </p15:clr>
        </p15:guide>
        <p15:guide id="34" pos="6480">
          <p15:clr>
            <a:srgbClr val="A4A3A4"/>
          </p15:clr>
        </p15:guide>
        <p15:guide id="35" pos="805">
          <p15:clr>
            <a:srgbClr val="A4A3A4"/>
          </p15:clr>
        </p15:guide>
        <p15:guide id="36" pos="6878">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
          <p:cNvSpPr txBox="1">
            <a:spLocks noGrp="1"/>
          </p:cNvSpPr>
          <p:nvPr>
            <p:ph type="subTitle" idx="1"/>
          </p:nvPr>
        </p:nvSpPr>
        <p:spPr>
          <a:xfrm>
            <a:off x="685800" y="5935175"/>
            <a:ext cx="9029700" cy="45768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100"/>
              <a:buNone/>
            </a:pPr>
            <a:r>
              <a:rPr lang="en-US"/>
              <a:t>Ryann Lacks, Project Manager Intern</a:t>
            </a:r>
            <a:endParaRPr/>
          </a:p>
        </p:txBody>
      </p:sp>
      <p:sp>
        <p:nvSpPr>
          <p:cNvPr id="286" name="Google Shape;286;p1"/>
          <p:cNvSpPr txBox="1">
            <a:spLocks noGrp="1"/>
          </p:cNvSpPr>
          <p:nvPr>
            <p:ph type="ctrTitle"/>
          </p:nvPr>
        </p:nvSpPr>
        <p:spPr>
          <a:xfrm>
            <a:off x="767550" y="640376"/>
            <a:ext cx="9029700" cy="32163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lt1"/>
              </a:buClr>
              <a:buSzPts val="4400"/>
              <a:buFont typeface="Arial"/>
              <a:buNone/>
            </a:pPr>
            <a:r>
              <a:rPr lang="en-US"/>
              <a:t>Capstone Project ‘26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9"/>
          <p:cNvSpPr txBox="1">
            <a:spLocks noGrp="1"/>
          </p:cNvSpPr>
          <p:nvPr>
            <p:ph type="body" idx="4"/>
          </p:nvPr>
        </p:nvSpPr>
        <p:spPr>
          <a:xfrm>
            <a:off x="626175" y="1371600"/>
            <a:ext cx="4695300" cy="864600"/>
          </a:xfrm>
          <a:prstGeom prst="rect">
            <a:avLst/>
          </a:prstGeom>
          <a:noFill/>
          <a:ln>
            <a:noFill/>
          </a:ln>
        </p:spPr>
        <p:txBody>
          <a:bodyPr spcFirstLastPara="1" wrap="square" lIns="0" tIns="0" rIns="0" bIns="0" anchor="t" anchorCtr="0">
            <a:noAutofit/>
          </a:bodyPr>
          <a:lstStyle/>
          <a:p>
            <a:pPr marL="0" lvl="0" indent="0" algn="l" rtl="0">
              <a:spcBef>
                <a:spcPts val="2000"/>
              </a:spcBef>
              <a:spcAft>
                <a:spcPts val="0"/>
              </a:spcAft>
              <a:buNone/>
            </a:pPr>
            <a:r>
              <a:rPr lang="en-US" sz="2700"/>
              <a:t>Senior design capstone project Fall ‘25 - Spring '26.</a:t>
            </a:r>
            <a:endParaRPr sz="2700"/>
          </a:p>
          <a:p>
            <a:pPr marL="0" lvl="0" indent="0" algn="l" rtl="0">
              <a:spcBef>
                <a:spcPts val="0"/>
              </a:spcBef>
              <a:spcAft>
                <a:spcPts val="0"/>
              </a:spcAft>
              <a:buNone/>
            </a:pPr>
            <a:endParaRPr sz="2700"/>
          </a:p>
          <a:p>
            <a:pPr marL="0" lvl="0" indent="0" algn="l" rtl="0">
              <a:lnSpc>
                <a:spcPct val="110000"/>
              </a:lnSpc>
              <a:spcBef>
                <a:spcPts val="0"/>
              </a:spcBef>
              <a:spcAft>
                <a:spcPts val="0"/>
              </a:spcAft>
              <a:buSzPts val="2100"/>
              <a:buNone/>
            </a:pPr>
            <a:endParaRPr sz="2700"/>
          </a:p>
        </p:txBody>
      </p:sp>
      <p:sp>
        <p:nvSpPr>
          <p:cNvPr id="293" name="Google Shape;293;p19"/>
          <p:cNvSpPr txBox="1">
            <a:spLocks noGrp="1"/>
          </p:cNvSpPr>
          <p:nvPr>
            <p:ph type="title"/>
          </p:nvPr>
        </p:nvSpPr>
        <p:spPr>
          <a:xfrm>
            <a:off x="626175" y="621450"/>
            <a:ext cx="4205400" cy="974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Project Overview</a:t>
            </a:r>
            <a:endParaRPr/>
          </a:p>
        </p:txBody>
      </p:sp>
      <p:pic>
        <p:nvPicPr>
          <p:cNvPr id="294" name="Google Shape;294;p19"/>
          <p:cNvPicPr preferRelativeResize="0"/>
          <p:nvPr/>
        </p:nvPicPr>
        <p:blipFill rotWithShape="1">
          <a:blip r:embed="rId3">
            <a:alphaModFix/>
          </a:blip>
          <a:srcRect b="9682"/>
          <a:stretch/>
        </p:blipFill>
        <p:spPr>
          <a:xfrm>
            <a:off x="6114378" y="3631412"/>
            <a:ext cx="5415598" cy="1468875"/>
          </a:xfrm>
          <a:prstGeom prst="rect">
            <a:avLst/>
          </a:prstGeom>
          <a:solidFill>
            <a:srgbClr val="C3D1DD"/>
          </a:solidFill>
          <a:ln w="9525" cap="flat" cmpd="sng">
            <a:solidFill>
              <a:schemeClr val="dk2"/>
            </a:solidFill>
            <a:prstDash val="solid"/>
            <a:round/>
            <a:headEnd type="none" w="sm" len="sm"/>
            <a:tailEnd type="none" w="sm" len="sm"/>
          </a:ln>
        </p:spPr>
      </p:pic>
      <p:pic>
        <p:nvPicPr>
          <p:cNvPr id="295" name="Google Shape;295;p19"/>
          <p:cNvPicPr preferRelativeResize="0"/>
          <p:nvPr/>
        </p:nvPicPr>
        <p:blipFill>
          <a:blip r:embed="rId4">
            <a:alphaModFix/>
          </a:blip>
          <a:stretch>
            <a:fillRect/>
          </a:stretch>
        </p:blipFill>
        <p:spPr>
          <a:xfrm>
            <a:off x="6095997" y="1757713"/>
            <a:ext cx="5397899" cy="14688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5"/>
          <p:cNvSpPr txBox="1">
            <a:spLocks noGrp="1"/>
          </p:cNvSpPr>
          <p:nvPr>
            <p:ph type="body" idx="1"/>
          </p:nvPr>
        </p:nvSpPr>
        <p:spPr>
          <a:xfrm>
            <a:off x="552669" y="4457700"/>
            <a:ext cx="12033300" cy="516600"/>
          </a:xfrm>
          <a:prstGeom prst="rect">
            <a:avLst/>
          </a:prstGeom>
          <a:noFill/>
          <a:ln>
            <a:noFill/>
          </a:ln>
        </p:spPr>
        <p:txBody>
          <a:bodyPr spcFirstLastPara="1" wrap="square" lIns="0" tIns="0" rIns="0" bIns="0" anchor="t" anchorCtr="0">
            <a:noAutofit/>
          </a:bodyPr>
          <a:lstStyle/>
          <a:p>
            <a:pPr marL="0" lvl="0" indent="0" algn="l" rtl="0">
              <a:spcBef>
                <a:spcPts val="2000"/>
              </a:spcBef>
              <a:spcAft>
                <a:spcPts val="0"/>
              </a:spcAft>
              <a:buNone/>
            </a:pPr>
            <a:r>
              <a:rPr lang="en-US"/>
              <a:t>Milestone Decisions       Capstone Instructor       WSU Voiland College       </a:t>
            </a:r>
            <a:endParaRPr/>
          </a:p>
        </p:txBody>
      </p:sp>
      <p:sp>
        <p:nvSpPr>
          <p:cNvPr id="302" name="Google Shape;302;p15"/>
          <p:cNvSpPr txBox="1">
            <a:spLocks noGrp="1"/>
          </p:cNvSpPr>
          <p:nvPr>
            <p:ph type="title"/>
          </p:nvPr>
        </p:nvSpPr>
        <p:spPr>
          <a:xfrm>
            <a:off x="685800" y="621438"/>
            <a:ext cx="10820400" cy="1093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Stakeholders</a:t>
            </a:r>
            <a:endParaRPr/>
          </a:p>
        </p:txBody>
      </p:sp>
      <p:pic>
        <p:nvPicPr>
          <p:cNvPr id="303" name="Google Shape;303;p15"/>
          <p:cNvPicPr preferRelativeResize="0"/>
          <p:nvPr/>
        </p:nvPicPr>
        <p:blipFill>
          <a:blip r:embed="rId3">
            <a:alphaModFix/>
          </a:blip>
          <a:stretch>
            <a:fillRect/>
          </a:stretch>
        </p:blipFill>
        <p:spPr>
          <a:xfrm>
            <a:off x="1756650" y="2819538"/>
            <a:ext cx="952500" cy="952500"/>
          </a:xfrm>
          <a:prstGeom prst="rect">
            <a:avLst/>
          </a:prstGeom>
          <a:noFill/>
          <a:ln>
            <a:noFill/>
          </a:ln>
        </p:spPr>
      </p:pic>
      <p:pic>
        <p:nvPicPr>
          <p:cNvPr id="304" name="Google Shape;304;p15"/>
          <p:cNvPicPr preferRelativeResize="0"/>
          <p:nvPr/>
        </p:nvPicPr>
        <p:blipFill>
          <a:blip r:embed="rId4">
            <a:alphaModFix/>
          </a:blip>
          <a:stretch>
            <a:fillRect/>
          </a:stretch>
        </p:blipFill>
        <p:spPr>
          <a:xfrm>
            <a:off x="5486400" y="2819538"/>
            <a:ext cx="952500" cy="952500"/>
          </a:xfrm>
          <a:prstGeom prst="rect">
            <a:avLst/>
          </a:prstGeom>
          <a:noFill/>
          <a:ln>
            <a:noFill/>
          </a:ln>
        </p:spPr>
      </p:pic>
      <p:pic>
        <p:nvPicPr>
          <p:cNvPr id="305" name="Google Shape;305;p15"/>
          <p:cNvPicPr preferRelativeResize="0"/>
          <p:nvPr/>
        </p:nvPicPr>
        <p:blipFill>
          <a:blip r:embed="rId5">
            <a:alphaModFix/>
          </a:blip>
          <a:stretch>
            <a:fillRect/>
          </a:stretch>
        </p:blipFill>
        <p:spPr>
          <a:xfrm>
            <a:off x="9446850" y="2868396"/>
            <a:ext cx="952500" cy="95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0"/>
          <p:cNvSpPr txBox="1">
            <a:spLocks noGrp="1"/>
          </p:cNvSpPr>
          <p:nvPr>
            <p:ph type="body" idx="1"/>
          </p:nvPr>
        </p:nvSpPr>
        <p:spPr>
          <a:xfrm>
            <a:off x="7679550" y="2305729"/>
            <a:ext cx="2623500" cy="342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2000"/>
              </a:spcBef>
              <a:spcAft>
                <a:spcPts val="0"/>
              </a:spcAft>
              <a:buSzPts val="2100"/>
              <a:buNone/>
            </a:pPr>
            <a:r>
              <a:rPr lang="en-US" sz="2000"/>
              <a:t>Budget Restrictions</a:t>
            </a:r>
            <a:endParaRPr sz="2000"/>
          </a:p>
        </p:txBody>
      </p:sp>
      <p:sp>
        <p:nvSpPr>
          <p:cNvPr id="312" name="Google Shape;312;p10"/>
          <p:cNvSpPr txBox="1">
            <a:spLocks noGrp="1"/>
          </p:cNvSpPr>
          <p:nvPr>
            <p:ph type="title"/>
          </p:nvPr>
        </p:nvSpPr>
        <p:spPr>
          <a:xfrm>
            <a:off x="685800" y="621438"/>
            <a:ext cx="10820400" cy="109306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Creating the Scope</a:t>
            </a:r>
            <a:endParaRPr/>
          </a:p>
        </p:txBody>
      </p:sp>
      <p:pic>
        <p:nvPicPr>
          <p:cNvPr id="313" name="Google Shape;313;p10"/>
          <p:cNvPicPr preferRelativeResize="0"/>
          <p:nvPr/>
        </p:nvPicPr>
        <p:blipFill>
          <a:blip r:embed="rId3">
            <a:alphaModFix/>
          </a:blip>
          <a:stretch>
            <a:fillRect/>
          </a:stretch>
        </p:blipFill>
        <p:spPr>
          <a:xfrm>
            <a:off x="6544875" y="3816551"/>
            <a:ext cx="685800" cy="685800"/>
          </a:xfrm>
          <a:prstGeom prst="rect">
            <a:avLst/>
          </a:prstGeom>
          <a:noFill/>
          <a:ln>
            <a:noFill/>
          </a:ln>
        </p:spPr>
      </p:pic>
      <p:pic>
        <p:nvPicPr>
          <p:cNvPr id="314" name="Google Shape;314;p10"/>
          <p:cNvPicPr preferRelativeResize="0"/>
          <p:nvPr/>
        </p:nvPicPr>
        <p:blipFill>
          <a:blip r:embed="rId4">
            <a:alphaModFix/>
          </a:blip>
          <a:stretch>
            <a:fillRect/>
          </a:stretch>
        </p:blipFill>
        <p:spPr>
          <a:xfrm>
            <a:off x="835012" y="3671861"/>
            <a:ext cx="885875" cy="885875"/>
          </a:xfrm>
          <a:prstGeom prst="rect">
            <a:avLst/>
          </a:prstGeom>
          <a:noFill/>
          <a:ln>
            <a:noFill/>
          </a:ln>
        </p:spPr>
      </p:pic>
      <p:pic>
        <p:nvPicPr>
          <p:cNvPr id="315" name="Google Shape;315;p10"/>
          <p:cNvPicPr preferRelativeResize="0"/>
          <p:nvPr/>
        </p:nvPicPr>
        <p:blipFill>
          <a:blip r:embed="rId5">
            <a:alphaModFix/>
          </a:blip>
          <a:stretch>
            <a:fillRect/>
          </a:stretch>
        </p:blipFill>
        <p:spPr>
          <a:xfrm>
            <a:off x="6544875" y="5650462"/>
            <a:ext cx="685800" cy="685800"/>
          </a:xfrm>
          <a:prstGeom prst="rect">
            <a:avLst/>
          </a:prstGeom>
          <a:noFill/>
          <a:ln>
            <a:noFill/>
          </a:ln>
        </p:spPr>
      </p:pic>
      <p:pic>
        <p:nvPicPr>
          <p:cNvPr id="316" name="Google Shape;316;p10"/>
          <p:cNvPicPr preferRelativeResize="0"/>
          <p:nvPr/>
        </p:nvPicPr>
        <p:blipFill>
          <a:blip r:embed="rId6">
            <a:alphaModFix/>
          </a:blip>
          <a:stretch>
            <a:fillRect/>
          </a:stretch>
        </p:blipFill>
        <p:spPr>
          <a:xfrm>
            <a:off x="935050" y="5600425"/>
            <a:ext cx="785850" cy="785850"/>
          </a:xfrm>
          <a:prstGeom prst="rect">
            <a:avLst/>
          </a:prstGeom>
          <a:noFill/>
          <a:ln>
            <a:noFill/>
          </a:ln>
        </p:spPr>
      </p:pic>
      <p:sp>
        <p:nvSpPr>
          <p:cNvPr id="317" name="Google Shape;317;p10"/>
          <p:cNvSpPr txBox="1">
            <a:spLocks noGrp="1"/>
          </p:cNvSpPr>
          <p:nvPr>
            <p:ph type="body" idx="1"/>
          </p:nvPr>
        </p:nvSpPr>
        <p:spPr>
          <a:xfrm>
            <a:off x="2001475" y="2277696"/>
            <a:ext cx="2867100" cy="342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2000"/>
              </a:spcBef>
              <a:spcAft>
                <a:spcPts val="0"/>
              </a:spcAft>
              <a:buSzPts val="2100"/>
              <a:buNone/>
            </a:pPr>
            <a:r>
              <a:rPr lang="en-US" sz="2000"/>
              <a:t>Determine Requirements</a:t>
            </a:r>
            <a:endParaRPr sz="2000"/>
          </a:p>
        </p:txBody>
      </p:sp>
      <p:sp>
        <p:nvSpPr>
          <p:cNvPr id="318" name="Google Shape;318;p10"/>
          <p:cNvSpPr txBox="1">
            <a:spLocks noGrp="1"/>
          </p:cNvSpPr>
          <p:nvPr>
            <p:ph type="body" idx="1"/>
          </p:nvPr>
        </p:nvSpPr>
        <p:spPr>
          <a:xfrm>
            <a:off x="2001475" y="3963575"/>
            <a:ext cx="1950900" cy="342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2000"/>
              </a:spcBef>
              <a:spcAft>
                <a:spcPts val="0"/>
              </a:spcAft>
              <a:buSzPts val="2100"/>
              <a:buNone/>
            </a:pPr>
            <a:r>
              <a:rPr lang="en-US" sz="2000"/>
              <a:t>Formulate Ideas</a:t>
            </a:r>
            <a:endParaRPr sz="2000"/>
          </a:p>
        </p:txBody>
      </p:sp>
      <p:sp>
        <p:nvSpPr>
          <p:cNvPr id="319" name="Google Shape;319;p10"/>
          <p:cNvSpPr txBox="1">
            <a:spLocks noGrp="1"/>
          </p:cNvSpPr>
          <p:nvPr>
            <p:ph type="body" idx="1"/>
          </p:nvPr>
        </p:nvSpPr>
        <p:spPr>
          <a:xfrm>
            <a:off x="2001475" y="5878635"/>
            <a:ext cx="2292600" cy="342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2000"/>
              </a:spcBef>
              <a:spcAft>
                <a:spcPts val="0"/>
              </a:spcAft>
              <a:buSzPts val="2100"/>
              <a:buNone/>
            </a:pPr>
            <a:r>
              <a:rPr lang="en-US" sz="2000"/>
              <a:t>Consider Priorities</a:t>
            </a:r>
            <a:endParaRPr sz="2000"/>
          </a:p>
        </p:txBody>
      </p:sp>
      <p:sp>
        <p:nvSpPr>
          <p:cNvPr id="320" name="Google Shape;320;p10"/>
          <p:cNvSpPr txBox="1">
            <a:spLocks noGrp="1"/>
          </p:cNvSpPr>
          <p:nvPr>
            <p:ph type="body" idx="1"/>
          </p:nvPr>
        </p:nvSpPr>
        <p:spPr>
          <a:xfrm>
            <a:off x="7679550" y="3967775"/>
            <a:ext cx="2607600" cy="342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2000"/>
              </a:spcBef>
              <a:spcAft>
                <a:spcPts val="0"/>
              </a:spcAft>
              <a:buSzPts val="2100"/>
              <a:buNone/>
            </a:pPr>
            <a:r>
              <a:rPr lang="en-US" sz="2000"/>
              <a:t>Delegate Sprint Work</a:t>
            </a:r>
            <a:endParaRPr sz="2000"/>
          </a:p>
        </p:txBody>
      </p:sp>
      <p:sp>
        <p:nvSpPr>
          <p:cNvPr id="321" name="Google Shape;321;p10"/>
          <p:cNvSpPr txBox="1">
            <a:spLocks noGrp="1"/>
          </p:cNvSpPr>
          <p:nvPr>
            <p:ph type="body" idx="1"/>
          </p:nvPr>
        </p:nvSpPr>
        <p:spPr>
          <a:xfrm>
            <a:off x="7679550" y="5878625"/>
            <a:ext cx="3122100" cy="342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2000"/>
              </a:spcBef>
              <a:spcAft>
                <a:spcPts val="0"/>
              </a:spcAft>
              <a:buSzPts val="2100"/>
              <a:buNone/>
            </a:pPr>
            <a:r>
              <a:rPr lang="en-US" sz="2000"/>
              <a:t>How do we stay on track?</a:t>
            </a:r>
            <a:endParaRPr sz="2000"/>
          </a:p>
        </p:txBody>
      </p:sp>
      <p:pic>
        <p:nvPicPr>
          <p:cNvPr id="322" name="Google Shape;322;p10"/>
          <p:cNvPicPr preferRelativeResize="0"/>
          <p:nvPr/>
        </p:nvPicPr>
        <p:blipFill>
          <a:blip r:embed="rId7">
            <a:alphaModFix/>
          </a:blip>
          <a:stretch>
            <a:fillRect/>
          </a:stretch>
        </p:blipFill>
        <p:spPr>
          <a:xfrm>
            <a:off x="935037" y="2057388"/>
            <a:ext cx="685800" cy="685825"/>
          </a:xfrm>
          <a:prstGeom prst="rect">
            <a:avLst/>
          </a:prstGeom>
          <a:noFill/>
          <a:ln>
            <a:noFill/>
          </a:ln>
        </p:spPr>
      </p:pic>
      <p:pic>
        <p:nvPicPr>
          <p:cNvPr id="323" name="Google Shape;323;p10"/>
          <p:cNvPicPr preferRelativeResize="0"/>
          <p:nvPr/>
        </p:nvPicPr>
        <p:blipFill>
          <a:blip r:embed="rId8">
            <a:alphaModFix/>
          </a:blip>
          <a:stretch>
            <a:fillRect/>
          </a:stretch>
        </p:blipFill>
        <p:spPr>
          <a:xfrm>
            <a:off x="6544875" y="2130694"/>
            <a:ext cx="685800" cy="68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0"/>
          <p:cNvSpPr txBox="1">
            <a:spLocks noGrp="1"/>
          </p:cNvSpPr>
          <p:nvPr>
            <p:ph type="title"/>
          </p:nvPr>
        </p:nvSpPr>
        <p:spPr>
          <a:xfrm>
            <a:off x="685800" y="883049"/>
            <a:ext cx="2647800" cy="977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In Scope</a:t>
            </a:r>
            <a:endParaRPr/>
          </a:p>
        </p:txBody>
      </p:sp>
      <p:sp>
        <p:nvSpPr>
          <p:cNvPr id="330" name="Google Shape;330;p20"/>
          <p:cNvSpPr txBox="1">
            <a:spLocks noGrp="1"/>
          </p:cNvSpPr>
          <p:nvPr>
            <p:ph type="body" idx="2"/>
          </p:nvPr>
        </p:nvSpPr>
        <p:spPr>
          <a:xfrm>
            <a:off x="685800" y="1714500"/>
            <a:ext cx="4574100" cy="4778400"/>
          </a:xfrm>
          <a:prstGeom prst="rect">
            <a:avLst/>
          </a:prstGeom>
          <a:noFill/>
          <a:ln>
            <a:noFill/>
          </a:ln>
        </p:spPr>
        <p:txBody>
          <a:bodyPr spcFirstLastPara="1" wrap="square" lIns="0" tIns="0" rIns="0" bIns="0" anchor="t" anchorCtr="0">
            <a:noAutofit/>
          </a:bodyPr>
          <a:lstStyle/>
          <a:p>
            <a:pPr marL="457200" lvl="0" indent="-361950" algn="l" rtl="0">
              <a:lnSpc>
                <a:spcPct val="110000"/>
              </a:lnSpc>
              <a:spcBef>
                <a:spcPts val="0"/>
              </a:spcBef>
              <a:spcAft>
                <a:spcPts val="0"/>
              </a:spcAft>
              <a:buSzPts val="2100"/>
              <a:buChar char="●"/>
            </a:pPr>
            <a:r>
              <a:rPr lang="en-US"/>
              <a:t>Cost tracking</a:t>
            </a:r>
            <a:endParaRPr/>
          </a:p>
          <a:p>
            <a:pPr marL="457200" lvl="0" indent="-361950" algn="l" rtl="0">
              <a:lnSpc>
                <a:spcPct val="110000"/>
              </a:lnSpc>
              <a:spcBef>
                <a:spcPts val="0"/>
              </a:spcBef>
              <a:spcAft>
                <a:spcPts val="0"/>
              </a:spcAft>
              <a:buSzPts val="2100"/>
              <a:buChar char="●"/>
            </a:pPr>
            <a:r>
              <a:rPr lang="en-US"/>
              <a:t>Fixing UI bugs</a:t>
            </a:r>
            <a:endParaRPr/>
          </a:p>
          <a:p>
            <a:pPr marL="457200" lvl="0" indent="-361950" algn="l" rtl="0">
              <a:lnSpc>
                <a:spcPct val="110000"/>
              </a:lnSpc>
              <a:spcBef>
                <a:spcPts val="0"/>
              </a:spcBef>
              <a:spcAft>
                <a:spcPts val="0"/>
              </a:spcAft>
              <a:buSzPts val="2100"/>
              <a:buChar char="●"/>
            </a:pPr>
            <a:r>
              <a:rPr lang="en-US"/>
              <a:t>Assignment capabilities</a:t>
            </a:r>
            <a:endParaRPr/>
          </a:p>
          <a:p>
            <a:pPr marL="457200" lvl="0" indent="-361950" algn="l" rtl="0">
              <a:lnSpc>
                <a:spcPct val="110000"/>
              </a:lnSpc>
              <a:spcBef>
                <a:spcPts val="0"/>
              </a:spcBef>
              <a:spcAft>
                <a:spcPts val="0"/>
              </a:spcAft>
              <a:buSzPts val="2100"/>
              <a:buChar char="●"/>
            </a:pPr>
            <a:r>
              <a:rPr lang="en-US"/>
              <a:t>User-Friendly interface</a:t>
            </a:r>
            <a:endParaRPr/>
          </a:p>
        </p:txBody>
      </p:sp>
      <p:sp>
        <p:nvSpPr>
          <p:cNvPr id="331" name="Google Shape;331;p20"/>
          <p:cNvSpPr txBox="1">
            <a:spLocks noGrp="1"/>
          </p:cNvSpPr>
          <p:nvPr>
            <p:ph type="body" idx="2"/>
          </p:nvPr>
        </p:nvSpPr>
        <p:spPr>
          <a:xfrm>
            <a:off x="6427000" y="1725600"/>
            <a:ext cx="5079300" cy="4778400"/>
          </a:xfrm>
          <a:prstGeom prst="rect">
            <a:avLst/>
          </a:prstGeom>
          <a:noFill/>
          <a:ln>
            <a:noFill/>
          </a:ln>
        </p:spPr>
        <p:txBody>
          <a:bodyPr spcFirstLastPara="1" wrap="square" lIns="0" tIns="0" rIns="0" bIns="0" anchor="t" anchorCtr="0">
            <a:noAutofit/>
          </a:bodyPr>
          <a:lstStyle/>
          <a:p>
            <a:pPr marL="457200" lvl="0" indent="-361950" algn="l" rtl="0">
              <a:lnSpc>
                <a:spcPct val="110000"/>
              </a:lnSpc>
              <a:spcBef>
                <a:spcPts val="0"/>
              </a:spcBef>
              <a:spcAft>
                <a:spcPts val="0"/>
              </a:spcAft>
              <a:buSzPts val="2100"/>
              <a:buChar char="●"/>
            </a:pPr>
            <a:r>
              <a:rPr lang="en-US"/>
              <a:t>Building a new application</a:t>
            </a:r>
            <a:endParaRPr/>
          </a:p>
          <a:p>
            <a:pPr marL="457200" lvl="0" indent="-361950" algn="l" rtl="0">
              <a:lnSpc>
                <a:spcPct val="110000"/>
              </a:lnSpc>
              <a:spcBef>
                <a:spcPts val="0"/>
              </a:spcBef>
              <a:spcAft>
                <a:spcPts val="0"/>
              </a:spcAft>
              <a:buSzPts val="2100"/>
              <a:buChar char="●"/>
            </a:pPr>
            <a:r>
              <a:rPr lang="en-US"/>
              <a:t>Mobile device compatibility</a:t>
            </a:r>
            <a:endParaRPr/>
          </a:p>
          <a:p>
            <a:pPr marL="457200" lvl="0" indent="-361950" algn="l" rtl="0">
              <a:lnSpc>
                <a:spcPct val="110000"/>
              </a:lnSpc>
              <a:spcBef>
                <a:spcPts val="0"/>
              </a:spcBef>
              <a:spcAft>
                <a:spcPts val="0"/>
              </a:spcAft>
              <a:buSzPts val="2100"/>
              <a:buChar char="●"/>
            </a:pPr>
            <a:r>
              <a:rPr lang="en-US"/>
              <a:t>Advanced data tools</a:t>
            </a:r>
            <a:endParaRPr/>
          </a:p>
        </p:txBody>
      </p:sp>
      <p:sp>
        <p:nvSpPr>
          <p:cNvPr id="332" name="Google Shape;332;p20"/>
          <p:cNvSpPr txBox="1">
            <a:spLocks noGrp="1"/>
          </p:cNvSpPr>
          <p:nvPr>
            <p:ph type="title"/>
          </p:nvPr>
        </p:nvSpPr>
        <p:spPr>
          <a:xfrm>
            <a:off x="6427000" y="883050"/>
            <a:ext cx="3465000" cy="977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Not In Scope</a:t>
            </a:r>
            <a:endParaRPr/>
          </a:p>
        </p:txBody>
      </p:sp>
      <p:sp>
        <p:nvSpPr>
          <p:cNvPr id="333" name="Google Shape;333;p20"/>
          <p:cNvSpPr/>
          <p:nvPr/>
        </p:nvSpPr>
        <p:spPr>
          <a:xfrm rot="5400000">
            <a:off x="5142525" y="-295950"/>
            <a:ext cx="1897500" cy="12250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9"/>
          <p:cNvSpPr txBox="1">
            <a:spLocks noGrp="1"/>
          </p:cNvSpPr>
          <p:nvPr>
            <p:ph type="title"/>
          </p:nvPr>
        </p:nvSpPr>
        <p:spPr>
          <a:xfrm>
            <a:off x="685800" y="825000"/>
            <a:ext cx="3946800" cy="1093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Financial Considerations</a:t>
            </a:r>
            <a:endParaRPr/>
          </a:p>
        </p:txBody>
      </p:sp>
      <p:sp>
        <p:nvSpPr>
          <p:cNvPr id="340" name="Google Shape;340;p29"/>
          <p:cNvSpPr txBox="1"/>
          <p:nvPr/>
        </p:nvSpPr>
        <p:spPr>
          <a:xfrm>
            <a:off x="613725" y="2057400"/>
            <a:ext cx="6531300" cy="16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solidFill>
                  <a:schemeClr val="dk1"/>
                </a:solidFill>
              </a:rPr>
              <a:t>Budget: &lt; $100</a:t>
            </a:r>
            <a:endParaRPr sz="2800" dirty="0">
              <a:solidFill>
                <a:schemeClr val="dk1"/>
              </a:solidFill>
            </a:endParaRPr>
          </a:p>
          <a:p>
            <a:pPr marL="457200" lvl="0" indent="-406400" algn="l" rtl="0">
              <a:spcBef>
                <a:spcPts val="0"/>
              </a:spcBef>
              <a:spcAft>
                <a:spcPts val="0"/>
              </a:spcAft>
              <a:buClr>
                <a:schemeClr val="dk1"/>
              </a:buClr>
              <a:buSzPts val="2800"/>
              <a:buChar char="●"/>
            </a:pPr>
            <a:r>
              <a:rPr lang="en-US" sz="2800" dirty="0">
                <a:solidFill>
                  <a:schemeClr val="dk1"/>
                </a:solidFill>
              </a:rPr>
              <a:t>Open Source Tools</a:t>
            </a:r>
            <a:endParaRPr sz="2800" dirty="0">
              <a:solidFill>
                <a:schemeClr val="dk1"/>
              </a:solidFill>
            </a:endParaRPr>
          </a:p>
          <a:p>
            <a:pPr marL="457200" lvl="0" indent="-406400" algn="l" rtl="0">
              <a:spcBef>
                <a:spcPts val="0"/>
              </a:spcBef>
              <a:spcAft>
                <a:spcPts val="0"/>
              </a:spcAft>
              <a:buClr>
                <a:schemeClr val="dk1"/>
              </a:buClr>
              <a:buSzPts val="2800"/>
              <a:buChar char="●"/>
            </a:pPr>
            <a:r>
              <a:rPr lang="en-US" sz="2800" dirty="0">
                <a:solidFill>
                  <a:schemeClr val="dk1"/>
                </a:solidFill>
              </a:rPr>
              <a:t>Minimal Maintenance Overhead</a:t>
            </a:r>
            <a:endParaRPr sz="2800" dirty="0">
              <a:solidFill>
                <a:schemeClr val="dk1"/>
              </a:solidFill>
            </a:endParaRPr>
          </a:p>
        </p:txBody>
      </p:sp>
      <p:sp>
        <p:nvSpPr>
          <p:cNvPr id="341" name="Google Shape;341;p29"/>
          <p:cNvSpPr/>
          <p:nvPr/>
        </p:nvSpPr>
        <p:spPr>
          <a:xfrm>
            <a:off x="10287000" y="0"/>
            <a:ext cx="1897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9"/>
          <p:cNvSpPr txBox="1">
            <a:spLocks noGrp="1"/>
          </p:cNvSpPr>
          <p:nvPr>
            <p:ph type="title"/>
          </p:nvPr>
        </p:nvSpPr>
        <p:spPr>
          <a:xfrm>
            <a:off x="1442900" y="3100195"/>
            <a:ext cx="2668200" cy="657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sz="4500"/>
              <a:t>Schedule</a:t>
            </a:r>
            <a:endParaRPr sz="4500"/>
          </a:p>
        </p:txBody>
      </p:sp>
      <p:grpSp>
        <p:nvGrpSpPr>
          <p:cNvPr id="348" name="Google Shape;348;p9"/>
          <p:cNvGrpSpPr/>
          <p:nvPr/>
        </p:nvGrpSpPr>
        <p:grpSpPr>
          <a:xfrm>
            <a:off x="5480723" y="622976"/>
            <a:ext cx="5648954" cy="5724801"/>
            <a:chOff x="227236" y="1184"/>
            <a:chExt cx="5648954" cy="5724801"/>
          </a:xfrm>
        </p:grpSpPr>
        <p:sp>
          <p:nvSpPr>
            <p:cNvPr id="349" name="Google Shape;349;p9"/>
            <p:cNvSpPr/>
            <p:nvPr/>
          </p:nvSpPr>
          <p:spPr>
            <a:xfrm>
              <a:off x="2758570" y="715404"/>
              <a:ext cx="552000" cy="91500"/>
            </a:xfrm>
            <a:custGeom>
              <a:avLst/>
              <a:gdLst/>
              <a:ahLst/>
              <a:cxnLst/>
              <a:rect l="l" t="t" r="r" b="b"/>
              <a:pathLst>
                <a:path w="120000" h="120000" extrusionOk="0">
                  <a:moveTo>
                    <a:pt x="0" y="60000"/>
                  </a:moveTo>
                  <a:lnTo>
                    <a:pt x="120000" y="60000"/>
                  </a:lnTo>
                </a:path>
              </a:pathLst>
            </a:custGeom>
            <a:noFill/>
            <a:ln w="9525" cap="flat" cmpd="sng">
              <a:solidFill>
                <a:srgbClr val="5593CB"/>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txBox="1"/>
            <p:nvPr/>
          </p:nvSpPr>
          <p:spPr>
            <a:xfrm>
              <a:off x="3020014" y="758211"/>
              <a:ext cx="29100" cy="57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Calibri"/>
                <a:buNone/>
              </a:pPr>
              <a:endParaRPr sz="500" b="0" i="0" u="none" strike="noStrike" cap="none">
                <a:solidFill>
                  <a:srgbClr val="000000"/>
                </a:solidFill>
                <a:latin typeface="Calibri"/>
                <a:ea typeface="Calibri"/>
                <a:cs typeface="Calibri"/>
                <a:sym typeface="Calibri"/>
              </a:endParaRPr>
            </a:p>
          </p:txBody>
        </p:sp>
        <p:sp>
          <p:nvSpPr>
            <p:cNvPr id="351" name="Google Shape;351;p9"/>
            <p:cNvSpPr/>
            <p:nvPr/>
          </p:nvSpPr>
          <p:spPr>
            <a:xfrm>
              <a:off x="227236" y="1184"/>
              <a:ext cx="2533200" cy="1519800"/>
            </a:xfrm>
            <a:prstGeom prst="rect">
              <a:avLst/>
            </a:prstGeom>
            <a:solidFill>
              <a:srgbClr val="41709B"/>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9"/>
            <p:cNvSpPr txBox="1"/>
            <p:nvPr/>
          </p:nvSpPr>
          <p:spPr>
            <a:xfrm>
              <a:off x="227236" y="1184"/>
              <a:ext cx="2533200" cy="1519800"/>
            </a:xfrm>
            <a:prstGeom prst="rect">
              <a:avLst/>
            </a:prstGeom>
            <a:noFill/>
            <a:ln>
              <a:noFill/>
            </a:ln>
          </p:spPr>
          <p:txBody>
            <a:bodyPr spcFirstLastPara="1" wrap="square" lIns="124125" tIns="130275" rIns="124125" bIns="130275" anchor="t" anchorCtr="0">
              <a:noAutofit/>
            </a:bodyPr>
            <a:lstStyle/>
            <a:p>
              <a:pPr marL="0" marR="0" lvl="0" indent="0" algn="l" rtl="0">
                <a:lnSpc>
                  <a:spcPct val="90000"/>
                </a:lnSpc>
                <a:spcBef>
                  <a:spcPts val="0"/>
                </a:spcBef>
                <a:spcAft>
                  <a:spcPts val="0"/>
                </a:spcAft>
                <a:buClr>
                  <a:srgbClr val="FFFFFF"/>
                </a:buClr>
                <a:buSzPts val="2300"/>
                <a:buFont typeface="Calibri"/>
                <a:buNone/>
              </a:pPr>
              <a:r>
                <a:rPr lang="en-US" sz="2300">
                  <a:solidFill>
                    <a:srgbClr val="FFFFFF"/>
                  </a:solidFill>
                  <a:latin typeface="Calibri"/>
                  <a:ea typeface="Calibri"/>
                  <a:cs typeface="Calibri"/>
                  <a:sym typeface="Calibri"/>
                </a:rPr>
                <a:t>Research/ Planning</a:t>
              </a:r>
              <a:endParaRPr/>
            </a:p>
            <a:p>
              <a:pPr marL="171450" marR="0" lvl="1" indent="-171450" algn="l" rtl="0">
                <a:lnSpc>
                  <a:spcPct val="90000"/>
                </a:lnSpc>
                <a:spcBef>
                  <a:spcPts val="805"/>
                </a:spcBef>
                <a:spcAft>
                  <a:spcPts val="0"/>
                </a:spcAft>
                <a:buClr>
                  <a:srgbClr val="FFFFFF"/>
                </a:buClr>
                <a:buSzPts val="1800"/>
                <a:buFont typeface="Calibri"/>
                <a:buChar char="•"/>
              </a:pPr>
              <a:r>
                <a:rPr lang="en-US" sz="1800" i="1">
                  <a:solidFill>
                    <a:srgbClr val="FFFFFF"/>
                  </a:solidFill>
                  <a:latin typeface="Calibri"/>
                  <a:ea typeface="Calibri"/>
                  <a:cs typeface="Calibri"/>
                  <a:sym typeface="Calibri"/>
                </a:rPr>
                <a:t>September, 2025</a:t>
              </a:r>
              <a:endParaRPr/>
            </a:p>
          </p:txBody>
        </p:sp>
        <p:sp>
          <p:nvSpPr>
            <p:cNvPr id="353" name="Google Shape;353;p9"/>
            <p:cNvSpPr/>
            <p:nvPr/>
          </p:nvSpPr>
          <p:spPr>
            <a:xfrm>
              <a:off x="1493803" y="1519264"/>
              <a:ext cx="3115800" cy="552000"/>
            </a:xfrm>
            <a:custGeom>
              <a:avLst/>
              <a:gdLst/>
              <a:ahLst/>
              <a:cxnLst/>
              <a:rect l="l" t="t" r="r" b="b"/>
              <a:pathLst>
                <a:path w="120000" h="120000" extrusionOk="0">
                  <a:moveTo>
                    <a:pt x="120000" y="0"/>
                  </a:moveTo>
                  <a:lnTo>
                    <a:pt x="120000" y="63717"/>
                  </a:lnTo>
                  <a:lnTo>
                    <a:pt x="0" y="63717"/>
                  </a:lnTo>
                  <a:lnTo>
                    <a:pt x="0" y="120000"/>
                  </a:lnTo>
                </a:path>
              </a:pathLst>
            </a:custGeom>
            <a:noFill/>
            <a:ln w="9525" cap="flat" cmpd="sng">
              <a:solidFill>
                <a:srgbClr val="80AAD6"/>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9"/>
            <p:cNvSpPr txBox="1"/>
            <p:nvPr/>
          </p:nvSpPr>
          <p:spPr>
            <a:xfrm>
              <a:off x="2972436" y="1792361"/>
              <a:ext cx="158400" cy="57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Calibri"/>
                <a:buNone/>
              </a:pPr>
              <a:endParaRPr sz="500" b="0" i="0" u="none" strike="noStrike" cap="none">
                <a:solidFill>
                  <a:srgbClr val="000000"/>
                </a:solidFill>
                <a:latin typeface="Calibri"/>
                <a:ea typeface="Calibri"/>
                <a:cs typeface="Calibri"/>
                <a:sym typeface="Calibri"/>
              </a:endParaRPr>
            </a:p>
          </p:txBody>
        </p:sp>
        <p:sp>
          <p:nvSpPr>
            <p:cNvPr id="355" name="Google Shape;355;p9"/>
            <p:cNvSpPr/>
            <p:nvPr/>
          </p:nvSpPr>
          <p:spPr>
            <a:xfrm>
              <a:off x="3342990" y="1184"/>
              <a:ext cx="2533200" cy="1519800"/>
            </a:xfrm>
            <a:prstGeom prst="rect">
              <a:avLst/>
            </a:prstGeom>
            <a:solidFill>
              <a:srgbClr val="5D8FC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txBox="1"/>
            <p:nvPr/>
          </p:nvSpPr>
          <p:spPr>
            <a:xfrm>
              <a:off x="3342990" y="1184"/>
              <a:ext cx="2533200" cy="1519800"/>
            </a:xfrm>
            <a:prstGeom prst="rect">
              <a:avLst/>
            </a:prstGeom>
            <a:noFill/>
            <a:ln>
              <a:noFill/>
            </a:ln>
          </p:spPr>
          <p:txBody>
            <a:bodyPr spcFirstLastPara="1" wrap="square" lIns="124125" tIns="130275" rIns="124125" bIns="130275" anchor="t" anchorCtr="0">
              <a:noAutofit/>
            </a:bodyPr>
            <a:lstStyle/>
            <a:p>
              <a:pPr marL="0" marR="0" lvl="0" indent="0" algn="l" rtl="0">
                <a:lnSpc>
                  <a:spcPct val="90000"/>
                </a:lnSpc>
                <a:spcBef>
                  <a:spcPts val="0"/>
                </a:spcBef>
                <a:spcAft>
                  <a:spcPts val="0"/>
                </a:spcAft>
                <a:buClr>
                  <a:srgbClr val="FFFFFF"/>
                </a:buClr>
                <a:buSzPts val="2300"/>
                <a:buFont typeface="Calibri"/>
                <a:buNone/>
              </a:pPr>
              <a:r>
                <a:rPr lang="en-US" sz="2300">
                  <a:solidFill>
                    <a:srgbClr val="FFFFFF"/>
                  </a:solidFill>
                  <a:latin typeface="Calibri"/>
                  <a:ea typeface="Calibri"/>
                  <a:cs typeface="Calibri"/>
                  <a:sym typeface="Calibri"/>
                </a:rPr>
                <a:t>Backend Dev.</a:t>
              </a:r>
              <a:endParaRPr/>
            </a:p>
            <a:p>
              <a:pPr marL="171450" marR="0" lvl="1" indent="-171450" algn="l" rtl="0">
                <a:lnSpc>
                  <a:spcPct val="90000"/>
                </a:lnSpc>
                <a:spcBef>
                  <a:spcPts val="805"/>
                </a:spcBef>
                <a:spcAft>
                  <a:spcPts val="0"/>
                </a:spcAft>
                <a:buClr>
                  <a:srgbClr val="FFFFFF"/>
                </a:buClr>
                <a:buSzPts val="1800"/>
                <a:buFont typeface="Calibri"/>
                <a:buChar char="•"/>
              </a:pPr>
              <a:r>
                <a:rPr lang="en-US" sz="1800" i="1">
                  <a:solidFill>
                    <a:srgbClr val="FFFFFF"/>
                  </a:solidFill>
                  <a:latin typeface="Calibri"/>
                  <a:ea typeface="Calibri"/>
                  <a:cs typeface="Calibri"/>
                  <a:sym typeface="Calibri"/>
                </a:rPr>
                <a:t>October, 2025</a:t>
              </a:r>
              <a:endParaRPr/>
            </a:p>
          </p:txBody>
        </p:sp>
        <p:sp>
          <p:nvSpPr>
            <p:cNvPr id="357" name="Google Shape;357;p9"/>
            <p:cNvSpPr/>
            <p:nvPr/>
          </p:nvSpPr>
          <p:spPr>
            <a:xfrm>
              <a:off x="2758570" y="2817905"/>
              <a:ext cx="552000" cy="91500"/>
            </a:xfrm>
            <a:custGeom>
              <a:avLst/>
              <a:gdLst/>
              <a:ahLst/>
              <a:cxnLst/>
              <a:rect l="l" t="t" r="r" b="b"/>
              <a:pathLst>
                <a:path w="120000" h="120000" extrusionOk="0">
                  <a:moveTo>
                    <a:pt x="0" y="60000"/>
                  </a:moveTo>
                  <a:lnTo>
                    <a:pt x="120000" y="60000"/>
                  </a:lnTo>
                </a:path>
              </a:pathLst>
            </a:custGeom>
            <a:noFill/>
            <a:ln w="9525" cap="flat" cmpd="sng">
              <a:solidFill>
                <a:srgbClr val="ACC4E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txBox="1"/>
            <p:nvPr/>
          </p:nvSpPr>
          <p:spPr>
            <a:xfrm>
              <a:off x="3020014" y="2860711"/>
              <a:ext cx="29100" cy="57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Calibri"/>
                <a:buNone/>
              </a:pPr>
              <a:endParaRPr sz="500" b="0" i="0" u="none" strike="noStrike" cap="none">
                <a:solidFill>
                  <a:srgbClr val="000000"/>
                </a:solidFill>
                <a:latin typeface="Calibri"/>
                <a:ea typeface="Calibri"/>
                <a:cs typeface="Calibri"/>
                <a:sym typeface="Calibri"/>
              </a:endParaRPr>
            </a:p>
          </p:txBody>
        </p:sp>
        <p:sp>
          <p:nvSpPr>
            <p:cNvPr id="359" name="Google Shape;359;p9"/>
            <p:cNvSpPr/>
            <p:nvPr/>
          </p:nvSpPr>
          <p:spPr>
            <a:xfrm>
              <a:off x="227236" y="2103685"/>
              <a:ext cx="2533200" cy="1519800"/>
            </a:xfrm>
            <a:prstGeom prst="rect">
              <a:avLst/>
            </a:prstGeom>
            <a:solidFill>
              <a:srgbClr val="8BAE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txBox="1"/>
            <p:nvPr/>
          </p:nvSpPr>
          <p:spPr>
            <a:xfrm>
              <a:off x="227236" y="2103685"/>
              <a:ext cx="2533200" cy="1519800"/>
            </a:xfrm>
            <a:prstGeom prst="rect">
              <a:avLst/>
            </a:prstGeom>
            <a:noFill/>
            <a:ln>
              <a:noFill/>
            </a:ln>
          </p:spPr>
          <p:txBody>
            <a:bodyPr spcFirstLastPara="1" wrap="square" lIns="124125" tIns="130275" rIns="124125" bIns="130275" anchor="t" anchorCtr="0">
              <a:noAutofit/>
            </a:bodyPr>
            <a:lstStyle/>
            <a:p>
              <a:pPr marL="0" marR="0" lvl="0" indent="0" algn="l" rtl="0">
                <a:lnSpc>
                  <a:spcPct val="90000"/>
                </a:lnSpc>
                <a:spcBef>
                  <a:spcPts val="0"/>
                </a:spcBef>
                <a:spcAft>
                  <a:spcPts val="0"/>
                </a:spcAft>
                <a:buClr>
                  <a:srgbClr val="FFFFFF"/>
                </a:buClr>
                <a:buSzPts val="2300"/>
                <a:buFont typeface="Calibri"/>
                <a:buNone/>
              </a:pPr>
              <a:r>
                <a:rPr lang="en-US" sz="2300">
                  <a:solidFill>
                    <a:srgbClr val="FFFFFF"/>
                  </a:solidFill>
                  <a:latin typeface="Calibri"/>
                  <a:ea typeface="Calibri"/>
                  <a:cs typeface="Calibri"/>
                  <a:sym typeface="Calibri"/>
                </a:rPr>
                <a:t>GUI Dev.</a:t>
              </a:r>
              <a:endParaRPr/>
            </a:p>
            <a:p>
              <a:pPr marL="171450" marR="0" lvl="1" indent="-196850" algn="l" rtl="0">
                <a:lnSpc>
                  <a:spcPct val="90000"/>
                </a:lnSpc>
                <a:spcBef>
                  <a:spcPts val="805"/>
                </a:spcBef>
                <a:spcAft>
                  <a:spcPts val="0"/>
                </a:spcAft>
                <a:buClr>
                  <a:schemeClr val="lt1"/>
                </a:buClr>
                <a:buSzPts val="2200"/>
                <a:buFont typeface="Calibri"/>
                <a:buChar char="•"/>
              </a:pPr>
              <a:r>
                <a:rPr lang="en-US" sz="1800" i="1">
                  <a:solidFill>
                    <a:schemeClr val="lt1"/>
                  </a:solidFill>
                  <a:latin typeface="Calibri"/>
                  <a:ea typeface="Calibri"/>
                  <a:cs typeface="Calibri"/>
                  <a:sym typeface="Calibri"/>
                </a:rPr>
                <a:t>November, 2025</a:t>
              </a:r>
              <a:endParaRPr sz="1800" i="1">
                <a:solidFill>
                  <a:schemeClr val="lt1"/>
                </a:solidFill>
                <a:latin typeface="Calibri"/>
                <a:ea typeface="Calibri"/>
                <a:cs typeface="Calibri"/>
                <a:sym typeface="Calibri"/>
              </a:endParaRPr>
            </a:p>
          </p:txBody>
        </p:sp>
        <p:sp>
          <p:nvSpPr>
            <p:cNvPr id="361" name="Google Shape;361;p9"/>
            <p:cNvSpPr/>
            <p:nvPr/>
          </p:nvSpPr>
          <p:spPr>
            <a:xfrm>
              <a:off x="1493803" y="3621764"/>
              <a:ext cx="3115800" cy="552000"/>
            </a:xfrm>
            <a:custGeom>
              <a:avLst/>
              <a:gdLst/>
              <a:ahLst/>
              <a:cxnLst/>
              <a:rect l="l" t="t" r="r" b="b"/>
              <a:pathLst>
                <a:path w="120000" h="120000" extrusionOk="0">
                  <a:moveTo>
                    <a:pt x="120000" y="0"/>
                  </a:moveTo>
                  <a:lnTo>
                    <a:pt x="120000" y="63717"/>
                  </a:lnTo>
                  <a:lnTo>
                    <a:pt x="0" y="63717"/>
                  </a:lnTo>
                  <a:lnTo>
                    <a:pt x="0" y="120000"/>
                  </a:lnTo>
                </a:path>
              </a:pathLst>
            </a:custGeom>
            <a:noFill/>
            <a:ln w="9525" cap="flat" cmpd="sng">
              <a:solidFill>
                <a:srgbClr val="ACC4E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txBox="1"/>
            <p:nvPr/>
          </p:nvSpPr>
          <p:spPr>
            <a:xfrm>
              <a:off x="2972436" y="3894862"/>
              <a:ext cx="158400" cy="57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Calibri"/>
                <a:buNone/>
              </a:pPr>
              <a:endParaRPr sz="500" b="0" i="0" u="none" strike="noStrike" cap="none">
                <a:solidFill>
                  <a:srgbClr val="000000"/>
                </a:solidFill>
                <a:latin typeface="Calibri"/>
                <a:ea typeface="Calibri"/>
                <a:cs typeface="Calibri"/>
                <a:sym typeface="Calibri"/>
              </a:endParaRPr>
            </a:p>
          </p:txBody>
        </p:sp>
        <p:sp>
          <p:nvSpPr>
            <p:cNvPr id="363" name="Google Shape;363;p9"/>
            <p:cNvSpPr/>
            <p:nvPr/>
          </p:nvSpPr>
          <p:spPr>
            <a:xfrm>
              <a:off x="3342990" y="2103685"/>
              <a:ext cx="2533200" cy="1519800"/>
            </a:xfrm>
            <a:prstGeom prst="rect">
              <a:avLst/>
            </a:prstGeom>
            <a:solidFill>
              <a:srgbClr val="BBCFE8"/>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txBox="1"/>
            <p:nvPr/>
          </p:nvSpPr>
          <p:spPr>
            <a:xfrm>
              <a:off x="3342990" y="2103685"/>
              <a:ext cx="2533200" cy="1519800"/>
            </a:xfrm>
            <a:prstGeom prst="rect">
              <a:avLst/>
            </a:prstGeom>
            <a:noFill/>
            <a:ln>
              <a:noFill/>
            </a:ln>
          </p:spPr>
          <p:txBody>
            <a:bodyPr spcFirstLastPara="1" wrap="square" lIns="124125" tIns="130275" rIns="124125" bIns="130275" anchor="t" anchorCtr="0">
              <a:noAutofit/>
            </a:bodyPr>
            <a:lstStyle/>
            <a:p>
              <a:pPr marL="0" marR="0" lvl="0" indent="0" algn="l" rtl="0">
                <a:lnSpc>
                  <a:spcPct val="90000"/>
                </a:lnSpc>
                <a:spcBef>
                  <a:spcPts val="0"/>
                </a:spcBef>
                <a:spcAft>
                  <a:spcPts val="0"/>
                </a:spcAft>
                <a:buClr>
                  <a:srgbClr val="FFFFFF"/>
                </a:buClr>
                <a:buSzPts val="2300"/>
                <a:buFont typeface="Calibri"/>
                <a:buNone/>
              </a:pPr>
              <a:r>
                <a:rPr lang="en-US" sz="2300">
                  <a:solidFill>
                    <a:srgbClr val="FFFFFF"/>
                  </a:solidFill>
                  <a:latin typeface="Calibri"/>
                  <a:ea typeface="Calibri"/>
                  <a:cs typeface="Calibri"/>
                  <a:sym typeface="Calibri"/>
                </a:rPr>
                <a:t>Integration &amp; Test</a:t>
              </a:r>
              <a:endParaRPr/>
            </a:p>
            <a:p>
              <a:pPr marL="171450" marR="0" lvl="1" indent="-171450" algn="l" rtl="0">
                <a:lnSpc>
                  <a:spcPct val="90000"/>
                </a:lnSpc>
                <a:spcBef>
                  <a:spcPts val="805"/>
                </a:spcBef>
                <a:spcAft>
                  <a:spcPts val="0"/>
                </a:spcAft>
                <a:buClr>
                  <a:srgbClr val="FFFFFF"/>
                </a:buClr>
                <a:buSzPts val="1800"/>
                <a:buFont typeface="Calibri"/>
                <a:buChar char="•"/>
              </a:pPr>
              <a:r>
                <a:rPr lang="en-US" sz="1800" i="1">
                  <a:solidFill>
                    <a:srgbClr val="FFFFFF"/>
                  </a:solidFill>
                  <a:latin typeface="Calibri"/>
                  <a:ea typeface="Calibri"/>
                  <a:cs typeface="Calibri"/>
                  <a:sym typeface="Calibri"/>
                </a:rPr>
                <a:t>January, 2026</a:t>
              </a:r>
              <a:endParaRPr sz="1800" b="0" i="0" u="none" strike="noStrike" cap="none">
                <a:solidFill>
                  <a:srgbClr val="FFFFFF"/>
                </a:solidFill>
                <a:latin typeface="Calibri"/>
                <a:ea typeface="Calibri"/>
                <a:cs typeface="Calibri"/>
                <a:sym typeface="Calibri"/>
              </a:endParaRPr>
            </a:p>
          </p:txBody>
        </p:sp>
        <p:sp>
          <p:nvSpPr>
            <p:cNvPr id="365" name="Google Shape;365;p9"/>
            <p:cNvSpPr/>
            <p:nvPr/>
          </p:nvSpPr>
          <p:spPr>
            <a:xfrm>
              <a:off x="2758570" y="4920405"/>
              <a:ext cx="552000" cy="91500"/>
            </a:xfrm>
            <a:custGeom>
              <a:avLst/>
              <a:gdLst/>
              <a:ahLst/>
              <a:cxnLst/>
              <a:rect l="l" t="t" r="r" b="b"/>
              <a:pathLst>
                <a:path w="120000" h="120000" extrusionOk="0">
                  <a:moveTo>
                    <a:pt x="0" y="60000"/>
                  </a:moveTo>
                  <a:lnTo>
                    <a:pt x="120000" y="60000"/>
                  </a:lnTo>
                </a:path>
              </a:pathLst>
            </a:custGeom>
            <a:noFill/>
            <a:ln w="9525" cap="flat" cmpd="sng">
              <a:solidFill>
                <a:srgbClr val="80AAD6"/>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txBox="1"/>
            <p:nvPr/>
          </p:nvSpPr>
          <p:spPr>
            <a:xfrm>
              <a:off x="3020014" y="4963212"/>
              <a:ext cx="29100" cy="57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Calibri"/>
                <a:buNone/>
              </a:pPr>
              <a:endParaRPr sz="500" b="0" i="0" u="none" strike="noStrike" cap="none">
                <a:solidFill>
                  <a:srgbClr val="000000"/>
                </a:solidFill>
                <a:latin typeface="Calibri"/>
                <a:ea typeface="Calibri"/>
                <a:cs typeface="Calibri"/>
                <a:sym typeface="Calibri"/>
              </a:endParaRPr>
            </a:p>
          </p:txBody>
        </p:sp>
        <p:sp>
          <p:nvSpPr>
            <p:cNvPr id="367" name="Google Shape;367;p9"/>
            <p:cNvSpPr/>
            <p:nvPr/>
          </p:nvSpPr>
          <p:spPr>
            <a:xfrm>
              <a:off x="227236" y="4206185"/>
              <a:ext cx="2533200" cy="1519800"/>
            </a:xfrm>
            <a:prstGeom prst="rect">
              <a:avLst/>
            </a:prstGeom>
            <a:solidFill>
              <a:srgbClr val="8BAED5"/>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txBox="1"/>
            <p:nvPr/>
          </p:nvSpPr>
          <p:spPr>
            <a:xfrm>
              <a:off x="227236" y="4206185"/>
              <a:ext cx="2533200" cy="1519800"/>
            </a:xfrm>
            <a:prstGeom prst="rect">
              <a:avLst/>
            </a:prstGeom>
            <a:noFill/>
            <a:ln>
              <a:noFill/>
            </a:ln>
          </p:spPr>
          <p:txBody>
            <a:bodyPr spcFirstLastPara="1" wrap="square" lIns="124125" tIns="130275" rIns="124125" bIns="130275" anchor="t" anchorCtr="0">
              <a:noAutofit/>
            </a:bodyPr>
            <a:lstStyle/>
            <a:p>
              <a:pPr marL="0" marR="0" lvl="0" indent="0" algn="l" rtl="0">
                <a:lnSpc>
                  <a:spcPct val="90000"/>
                </a:lnSpc>
                <a:spcBef>
                  <a:spcPts val="0"/>
                </a:spcBef>
                <a:spcAft>
                  <a:spcPts val="0"/>
                </a:spcAft>
                <a:buClr>
                  <a:srgbClr val="FFFFFF"/>
                </a:buClr>
                <a:buSzPts val="2300"/>
                <a:buFont typeface="Calibri"/>
                <a:buNone/>
              </a:pPr>
              <a:r>
                <a:rPr lang="en-US" sz="2300">
                  <a:solidFill>
                    <a:srgbClr val="FFFFFF"/>
                  </a:solidFill>
                  <a:latin typeface="Calibri"/>
                  <a:ea typeface="Calibri"/>
                  <a:cs typeface="Calibri"/>
                  <a:sym typeface="Calibri"/>
                </a:rPr>
                <a:t>Deploy &amp; Doc.</a:t>
              </a:r>
              <a:endParaRPr/>
            </a:p>
            <a:p>
              <a:pPr marL="171450" marR="0" lvl="1" indent="-171450" algn="l" rtl="0">
                <a:lnSpc>
                  <a:spcPct val="90000"/>
                </a:lnSpc>
                <a:spcBef>
                  <a:spcPts val="805"/>
                </a:spcBef>
                <a:spcAft>
                  <a:spcPts val="0"/>
                </a:spcAft>
                <a:buClr>
                  <a:srgbClr val="FFFFFF"/>
                </a:buClr>
                <a:buSzPts val="1800"/>
                <a:buFont typeface="Calibri"/>
                <a:buChar char="•"/>
              </a:pPr>
              <a:r>
                <a:rPr lang="en-US" sz="1800" i="1">
                  <a:solidFill>
                    <a:srgbClr val="FFFFFF"/>
                  </a:solidFill>
                  <a:latin typeface="Calibri"/>
                  <a:ea typeface="Calibri"/>
                  <a:cs typeface="Calibri"/>
                  <a:sym typeface="Calibri"/>
                </a:rPr>
                <a:t>February, 2026</a:t>
              </a:r>
              <a:endParaRPr/>
            </a:p>
          </p:txBody>
        </p:sp>
        <p:sp>
          <p:nvSpPr>
            <p:cNvPr id="369" name="Google Shape;369;p9"/>
            <p:cNvSpPr/>
            <p:nvPr/>
          </p:nvSpPr>
          <p:spPr>
            <a:xfrm>
              <a:off x="3342990" y="4206185"/>
              <a:ext cx="2533200" cy="1519800"/>
            </a:xfrm>
            <a:prstGeom prst="rect">
              <a:avLst/>
            </a:prstGeom>
            <a:solidFill>
              <a:srgbClr val="5D8FC0"/>
            </a:solidFill>
            <a:ln w="1270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txBox="1"/>
            <p:nvPr/>
          </p:nvSpPr>
          <p:spPr>
            <a:xfrm>
              <a:off x="3342990" y="4206185"/>
              <a:ext cx="2533200" cy="1519800"/>
            </a:xfrm>
            <a:prstGeom prst="rect">
              <a:avLst/>
            </a:prstGeom>
            <a:noFill/>
            <a:ln>
              <a:noFill/>
            </a:ln>
          </p:spPr>
          <p:txBody>
            <a:bodyPr spcFirstLastPara="1" wrap="square" lIns="124125" tIns="130275" rIns="124125" bIns="130275" anchor="t" anchorCtr="0">
              <a:noAutofit/>
            </a:bodyPr>
            <a:lstStyle/>
            <a:p>
              <a:pPr marL="0" marR="0" lvl="0" indent="0" algn="l" rtl="0">
                <a:lnSpc>
                  <a:spcPct val="90000"/>
                </a:lnSpc>
                <a:spcBef>
                  <a:spcPts val="0"/>
                </a:spcBef>
                <a:spcAft>
                  <a:spcPts val="0"/>
                </a:spcAft>
                <a:buClr>
                  <a:srgbClr val="FFFFFF"/>
                </a:buClr>
                <a:buSzPts val="2300"/>
                <a:buFont typeface="Calibri"/>
                <a:buNone/>
              </a:pPr>
              <a:r>
                <a:rPr lang="en-US" sz="2300">
                  <a:solidFill>
                    <a:srgbClr val="FFFFFF"/>
                  </a:solidFill>
                  <a:latin typeface="Calibri"/>
                  <a:ea typeface="Calibri"/>
                  <a:cs typeface="Calibri"/>
                  <a:sym typeface="Calibri"/>
                </a:rPr>
                <a:t>Presentation</a:t>
              </a:r>
              <a:endParaRPr/>
            </a:p>
            <a:p>
              <a:pPr marL="171450" marR="0" lvl="1" indent="-171450" algn="l" rtl="0">
                <a:lnSpc>
                  <a:spcPct val="90000"/>
                </a:lnSpc>
                <a:spcBef>
                  <a:spcPts val="805"/>
                </a:spcBef>
                <a:spcAft>
                  <a:spcPts val="0"/>
                </a:spcAft>
                <a:buClr>
                  <a:srgbClr val="FFFFFF"/>
                </a:buClr>
                <a:buSzPts val="1800"/>
                <a:buFont typeface="Calibri"/>
                <a:buChar char="•"/>
              </a:pPr>
              <a:r>
                <a:rPr lang="en-US" sz="1800" i="1">
                  <a:solidFill>
                    <a:srgbClr val="FFFFFF"/>
                  </a:solidFill>
                  <a:latin typeface="Calibri"/>
                  <a:ea typeface="Calibri"/>
                  <a:cs typeface="Calibri"/>
                  <a:sym typeface="Calibri"/>
                </a:rPr>
                <a:t>April 21, 2026</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4"/>
          <p:cNvSpPr txBox="1">
            <a:spLocks noGrp="1"/>
          </p:cNvSpPr>
          <p:nvPr>
            <p:ph type="body" idx="1"/>
          </p:nvPr>
        </p:nvSpPr>
        <p:spPr>
          <a:xfrm>
            <a:off x="3086100" y="3827247"/>
            <a:ext cx="8420100" cy="3612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000"/>
              <a:t>Sprint Goal: Define the project vision and initial requirements</a:t>
            </a:r>
            <a:endParaRPr sz="2000"/>
          </a:p>
          <a:p>
            <a:pPr marL="0" lvl="0" indent="0" algn="l" rtl="0">
              <a:lnSpc>
                <a:spcPct val="110000"/>
              </a:lnSpc>
              <a:spcBef>
                <a:spcPts val="0"/>
              </a:spcBef>
              <a:spcAft>
                <a:spcPts val="0"/>
              </a:spcAft>
              <a:buNone/>
            </a:pPr>
            <a:endParaRPr sz="1800"/>
          </a:p>
        </p:txBody>
      </p:sp>
      <p:sp>
        <p:nvSpPr>
          <p:cNvPr id="376" name="Google Shape;376;p14"/>
          <p:cNvSpPr txBox="1">
            <a:spLocks noGrp="1"/>
          </p:cNvSpPr>
          <p:nvPr>
            <p:ph type="title"/>
          </p:nvPr>
        </p:nvSpPr>
        <p:spPr>
          <a:xfrm>
            <a:off x="3253100" y="3086096"/>
            <a:ext cx="8420100" cy="704100"/>
          </a:xfrm>
          <a:prstGeom prst="rect">
            <a:avLst/>
          </a:prstGeom>
          <a:noFill/>
          <a:ln>
            <a:noFill/>
          </a:ln>
        </p:spPr>
        <p:txBody>
          <a:bodyPr spcFirstLastPara="1" wrap="square" lIns="0" tIns="0" rIns="0" bIns="0" anchor="t" anchorCtr="0">
            <a:noAutofit/>
          </a:bodyPr>
          <a:lstStyle/>
          <a:p>
            <a:pPr marL="457200" lvl="0" indent="-482600" algn="l" rtl="0">
              <a:lnSpc>
                <a:spcPct val="90000"/>
              </a:lnSpc>
              <a:spcBef>
                <a:spcPts val="0"/>
              </a:spcBef>
              <a:spcAft>
                <a:spcPts val="0"/>
              </a:spcAft>
              <a:buSzPts val="4000"/>
              <a:buAutoNum type="arabicPeriod"/>
            </a:pPr>
            <a:r>
              <a:rPr lang="en-US"/>
              <a:t>Concept &amp; Early Discussions</a:t>
            </a:r>
            <a:endParaRPr/>
          </a:p>
        </p:txBody>
      </p:sp>
      <p:sp>
        <p:nvSpPr>
          <p:cNvPr id="377" name="Google Shape;377;p14"/>
          <p:cNvSpPr/>
          <p:nvPr/>
        </p:nvSpPr>
        <p:spPr>
          <a:xfrm>
            <a:off x="0" y="0"/>
            <a:ext cx="2476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3ccb472a289_0_14"/>
          <p:cNvSpPr txBox="1">
            <a:spLocks noGrp="1"/>
          </p:cNvSpPr>
          <p:nvPr>
            <p:ph type="title"/>
          </p:nvPr>
        </p:nvSpPr>
        <p:spPr>
          <a:xfrm>
            <a:off x="2976675" y="372075"/>
            <a:ext cx="7651200" cy="6963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2. Core Backend Functionality</a:t>
            </a:r>
            <a:endParaRPr/>
          </a:p>
        </p:txBody>
      </p:sp>
      <p:sp>
        <p:nvSpPr>
          <p:cNvPr id="383" name="Google Shape;383;g3ccb472a289_0_14"/>
          <p:cNvSpPr/>
          <p:nvPr/>
        </p:nvSpPr>
        <p:spPr>
          <a:xfrm>
            <a:off x="0" y="0"/>
            <a:ext cx="2476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
        <p:nvSpPr>
          <p:cNvPr id="384" name="Google Shape;384;g3ccb472a289_0_14"/>
          <p:cNvSpPr txBox="1">
            <a:spLocks noGrp="1"/>
          </p:cNvSpPr>
          <p:nvPr>
            <p:ph type="body" idx="1"/>
          </p:nvPr>
        </p:nvSpPr>
        <p:spPr>
          <a:xfrm>
            <a:off x="2976675" y="1068375"/>
            <a:ext cx="8319300" cy="387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000"/>
              <a:t>Sprint Goal: Develop the core logic that powers the system</a:t>
            </a:r>
            <a:endParaRPr sz="2000"/>
          </a:p>
        </p:txBody>
      </p:sp>
      <p:pic>
        <p:nvPicPr>
          <p:cNvPr id="385" name="Google Shape;385;g3ccb472a289_0_14"/>
          <p:cNvPicPr preferRelativeResize="0"/>
          <p:nvPr/>
        </p:nvPicPr>
        <p:blipFill rotWithShape="1">
          <a:blip r:embed="rId3">
            <a:alphaModFix/>
          </a:blip>
          <a:srcRect r="6577"/>
          <a:stretch/>
        </p:blipFill>
        <p:spPr>
          <a:xfrm>
            <a:off x="3039875" y="1714500"/>
            <a:ext cx="8531602" cy="4649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3ccb472a289_0_20"/>
          <p:cNvSpPr txBox="1">
            <a:spLocks noGrp="1"/>
          </p:cNvSpPr>
          <p:nvPr>
            <p:ph type="title"/>
          </p:nvPr>
        </p:nvSpPr>
        <p:spPr>
          <a:xfrm>
            <a:off x="2847300" y="440183"/>
            <a:ext cx="8420100" cy="654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3. GUI Development</a:t>
            </a:r>
            <a:endParaRPr/>
          </a:p>
        </p:txBody>
      </p:sp>
      <p:sp>
        <p:nvSpPr>
          <p:cNvPr id="391" name="Google Shape;391;g3ccb472a289_0_20"/>
          <p:cNvSpPr/>
          <p:nvPr/>
        </p:nvSpPr>
        <p:spPr>
          <a:xfrm>
            <a:off x="0" y="0"/>
            <a:ext cx="2476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
        <p:nvSpPr>
          <p:cNvPr id="392" name="Google Shape;392;g3ccb472a289_0_20"/>
          <p:cNvSpPr txBox="1">
            <a:spLocks noGrp="1"/>
          </p:cNvSpPr>
          <p:nvPr>
            <p:ph type="body" idx="1"/>
          </p:nvPr>
        </p:nvSpPr>
        <p:spPr>
          <a:xfrm>
            <a:off x="2847300" y="1146213"/>
            <a:ext cx="9344700" cy="471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000"/>
              <a:t>Sprint Goal: Create the user interface for interacting with the system</a:t>
            </a:r>
            <a:endParaRPr sz="2000"/>
          </a:p>
          <a:p>
            <a:pPr marL="0" lvl="0" indent="0" algn="l" rtl="0">
              <a:lnSpc>
                <a:spcPct val="110000"/>
              </a:lnSpc>
              <a:spcBef>
                <a:spcPts val="0"/>
              </a:spcBef>
              <a:spcAft>
                <a:spcPts val="0"/>
              </a:spcAft>
              <a:buNone/>
            </a:pPr>
            <a:endParaRPr sz="2300"/>
          </a:p>
        </p:txBody>
      </p:sp>
      <p:pic>
        <p:nvPicPr>
          <p:cNvPr id="393" name="Google Shape;393;g3ccb472a289_0_20"/>
          <p:cNvPicPr preferRelativeResize="0"/>
          <p:nvPr/>
        </p:nvPicPr>
        <p:blipFill>
          <a:blip r:embed="rId3">
            <a:alphaModFix/>
          </a:blip>
          <a:stretch>
            <a:fillRect/>
          </a:stretch>
        </p:blipFill>
        <p:spPr>
          <a:xfrm>
            <a:off x="2847300" y="1781350"/>
            <a:ext cx="8420098" cy="4573182"/>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g3ccb472a289_0_26"/>
          <p:cNvSpPr txBox="1">
            <a:spLocks noGrp="1"/>
          </p:cNvSpPr>
          <p:nvPr>
            <p:ph type="title"/>
          </p:nvPr>
        </p:nvSpPr>
        <p:spPr>
          <a:xfrm>
            <a:off x="3095625" y="3086099"/>
            <a:ext cx="5695200" cy="543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4. Integration &amp; Testing</a:t>
            </a:r>
            <a:endParaRPr/>
          </a:p>
        </p:txBody>
      </p:sp>
      <p:sp>
        <p:nvSpPr>
          <p:cNvPr id="399" name="Google Shape;399;g3ccb472a289_0_26"/>
          <p:cNvSpPr/>
          <p:nvPr/>
        </p:nvSpPr>
        <p:spPr>
          <a:xfrm>
            <a:off x="0" y="0"/>
            <a:ext cx="2476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
        <p:nvSpPr>
          <p:cNvPr id="400" name="Google Shape;400;g3ccb472a289_0_26"/>
          <p:cNvSpPr txBox="1">
            <a:spLocks noGrp="1"/>
          </p:cNvSpPr>
          <p:nvPr>
            <p:ph type="body" idx="1"/>
          </p:nvPr>
        </p:nvSpPr>
        <p:spPr>
          <a:xfrm>
            <a:off x="3095625" y="3771905"/>
            <a:ext cx="8420100" cy="543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000"/>
              <a:t>Sprint Goal: Ensure all components work together correctly</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3cd6b17172e_0_42"/>
          <p:cNvSpPr txBox="1">
            <a:spLocks noGrp="1"/>
          </p:cNvSpPr>
          <p:nvPr>
            <p:ph type="title"/>
          </p:nvPr>
        </p:nvSpPr>
        <p:spPr>
          <a:xfrm>
            <a:off x="3095625" y="3086095"/>
            <a:ext cx="8420100" cy="6048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5. Deployment &amp; Tutorials</a:t>
            </a:r>
            <a:endParaRPr/>
          </a:p>
        </p:txBody>
      </p:sp>
      <p:sp>
        <p:nvSpPr>
          <p:cNvPr id="406" name="Google Shape;406;g3cd6b17172e_0_42"/>
          <p:cNvSpPr/>
          <p:nvPr/>
        </p:nvSpPr>
        <p:spPr>
          <a:xfrm>
            <a:off x="0" y="0"/>
            <a:ext cx="2476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
        <p:nvSpPr>
          <p:cNvPr id="407" name="Google Shape;407;g3cd6b17172e_0_42"/>
          <p:cNvSpPr txBox="1">
            <a:spLocks noGrp="1"/>
          </p:cNvSpPr>
          <p:nvPr>
            <p:ph type="body" idx="1"/>
          </p:nvPr>
        </p:nvSpPr>
        <p:spPr>
          <a:xfrm>
            <a:off x="3095625" y="3758992"/>
            <a:ext cx="8420100" cy="5013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000"/>
              <a:t>Sprint Goal: Prepare the system for demonstration and user understanding</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cd6b17172e_0_48"/>
          <p:cNvSpPr txBox="1">
            <a:spLocks noGrp="1"/>
          </p:cNvSpPr>
          <p:nvPr>
            <p:ph type="title"/>
          </p:nvPr>
        </p:nvSpPr>
        <p:spPr>
          <a:xfrm>
            <a:off x="3168950" y="3021588"/>
            <a:ext cx="8420100" cy="1093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6. Documentation &amp; Presentation</a:t>
            </a:r>
            <a:endParaRPr/>
          </a:p>
        </p:txBody>
      </p:sp>
      <p:sp>
        <p:nvSpPr>
          <p:cNvPr id="413" name="Google Shape;413;g3cd6b17172e_0_48"/>
          <p:cNvSpPr/>
          <p:nvPr/>
        </p:nvSpPr>
        <p:spPr>
          <a:xfrm>
            <a:off x="0" y="0"/>
            <a:ext cx="24765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
        <p:nvSpPr>
          <p:cNvPr id="414" name="Google Shape;414;g3cd6b17172e_0_48"/>
          <p:cNvSpPr txBox="1">
            <a:spLocks noGrp="1"/>
          </p:cNvSpPr>
          <p:nvPr>
            <p:ph type="body" idx="1"/>
          </p:nvPr>
        </p:nvSpPr>
        <p:spPr>
          <a:xfrm>
            <a:off x="3168950" y="3667875"/>
            <a:ext cx="9464100" cy="4239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000"/>
              <a:t>Sprint Goal: Finalize project documentation and prepare for project delivery</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3ce5b93e298_0_0"/>
          <p:cNvSpPr txBox="1">
            <a:spLocks noGrp="1"/>
          </p:cNvSpPr>
          <p:nvPr>
            <p:ph type="title"/>
          </p:nvPr>
        </p:nvSpPr>
        <p:spPr>
          <a:xfrm>
            <a:off x="685800" y="621438"/>
            <a:ext cx="8420100" cy="1093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Challenges &amp; Mitigations</a:t>
            </a:r>
            <a:endParaRPr/>
          </a:p>
        </p:txBody>
      </p:sp>
      <p:sp>
        <p:nvSpPr>
          <p:cNvPr id="420" name="Google Shape;420;g3ce5b93e298_0_0"/>
          <p:cNvSpPr txBox="1">
            <a:spLocks noGrp="1"/>
          </p:cNvSpPr>
          <p:nvPr>
            <p:ph type="body" idx="1"/>
          </p:nvPr>
        </p:nvSpPr>
        <p:spPr>
          <a:xfrm>
            <a:off x="681050" y="1564919"/>
            <a:ext cx="8420100" cy="157200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None/>
            </a:pPr>
            <a:r>
              <a:rPr lang="en-US" sz="2100"/>
              <a:t>How did we tackle challenges?</a:t>
            </a:r>
            <a:endParaRPr sz="2100"/>
          </a:p>
          <a:p>
            <a:pPr marL="457200" lvl="0" indent="-361950" algn="l" rtl="0">
              <a:lnSpc>
                <a:spcPct val="110000"/>
              </a:lnSpc>
              <a:spcBef>
                <a:spcPts val="0"/>
              </a:spcBef>
              <a:spcAft>
                <a:spcPts val="0"/>
              </a:spcAft>
              <a:buSzPts val="2100"/>
              <a:buChar char="▪"/>
            </a:pPr>
            <a:r>
              <a:rPr lang="en-US" sz="2100"/>
              <a:t>Conflicting Priorities </a:t>
            </a:r>
            <a:endParaRPr sz="2100"/>
          </a:p>
          <a:p>
            <a:pPr marL="457200" lvl="0" indent="-361950" algn="l" rtl="0">
              <a:lnSpc>
                <a:spcPct val="110000"/>
              </a:lnSpc>
              <a:spcBef>
                <a:spcPts val="0"/>
              </a:spcBef>
              <a:spcAft>
                <a:spcPts val="0"/>
              </a:spcAft>
              <a:buSzPts val="2100"/>
              <a:buChar char="▪"/>
            </a:pPr>
            <a:r>
              <a:rPr lang="en-US" sz="2100"/>
              <a:t>Deadline Strains</a:t>
            </a:r>
            <a:endParaRPr sz="2100"/>
          </a:p>
          <a:p>
            <a:pPr marL="457200" lvl="0" indent="-361950" algn="l" rtl="0">
              <a:lnSpc>
                <a:spcPct val="110000"/>
              </a:lnSpc>
              <a:spcBef>
                <a:spcPts val="0"/>
              </a:spcBef>
              <a:spcAft>
                <a:spcPts val="0"/>
              </a:spcAft>
              <a:buSzPts val="2100"/>
              <a:buChar char="▪"/>
            </a:pPr>
            <a:r>
              <a:rPr lang="en-US" sz="2100"/>
              <a:t>Roadblocks</a:t>
            </a:r>
            <a:endParaRPr sz="2100"/>
          </a:p>
        </p:txBody>
      </p:sp>
      <p:grpSp>
        <p:nvGrpSpPr>
          <p:cNvPr id="421" name="Google Shape;421;g3ce5b93e298_0_0"/>
          <p:cNvGrpSpPr/>
          <p:nvPr/>
        </p:nvGrpSpPr>
        <p:grpSpPr>
          <a:xfrm>
            <a:off x="5056575" y="1786780"/>
            <a:ext cx="6199382" cy="4042515"/>
            <a:chOff x="1882" y="161608"/>
            <a:chExt cx="7878233" cy="5137266"/>
          </a:xfrm>
        </p:grpSpPr>
        <p:sp>
          <p:nvSpPr>
            <p:cNvPr id="422" name="Google Shape;422;g3ce5b93e298_0_0"/>
            <p:cNvSpPr/>
            <p:nvPr/>
          </p:nvSpPr>
          <p:spPr>
            <a:xfrm>
              <a:off x="1882" y="161608"/>
              <a:ext cx="2163000" cy="1081500"/>
            </a:xfrm>
            <a:prstGeom prst="roundRect">
              <a:avLst>
                <a:gd name="adj" fmla="val 10000"/>
              </a:avLst>
            </a:prstGeom>
            <a:solidFill>
              <a:srgbClr val="4372C3"/>
            </a:solidFill>
            <a:ln w="10000" cap="flat" cmpd="sng">
              <a:solidFill>
                <a:srgbClr val="FFFFFF"/>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23" name="Google Shape;423;g3ce5b93e298_0_0"/>
            <p:cNvSpPr txBox="1"/>
            <p:nvPr/>
          </p:nvSpPr>
          <p:spPr>
            <a:xfrm>
              <a:off x="33559" y="193285"/>
              <a:ext cx="2099700" cy="1018200"/>
            </a:xfrm>
            <a:prstGeom prst="rect">
              <a:avLst/>
            </a:prstGeom>
            <a:noFill/>
            <a:ln>
              <a:noFill/>
            </a:ln>
          </p:spPr>
          <p:txBody>
            <a:bodyPr spcFirstLastPara="1" wrap="square" lIns="31475" tIns="20975" rIns="31475" bIns="20975" anchor="ctr" anchorCtr="0">
              <a:noAutofit/>
            </a:bodyPr>
            <a:lstStyle/>
            <a:p>
              <a:pPr marL="0" marR="0" lvl="0" indent="0" algn="ctr" rtl="0">
                <a:lnSpc>
                  <a:spcPct val="90000"/>
                </a:lnSpc>
                <a:spcBef>
                  <a:spcPts val="0"/>
                </a:spcBef>
                <a:spcAft>
                  <a:spcPts val="0"/>
                </a:spcAft>
                <a:buClr>
                  <a:srgbClr val="FFFFFF"/>
                </a:buClr>
                <a:buSzPts val="1652"/>
                <a:buFont typeface="Calibri"/>
                <a:buNone/>
              </a:pPr>
              <a:r>
                <a:rPr lang="en-US" sz="1652">
                  <a:solidFill>
                    <a:srgbClr val="FFFFFF"/>
                  </a:solidFill>
                  <a:latin typeface="Calibri"/>
                  <a:ea typeface="Calibri"/>
                  <a:cs typeface="Calibri"/>
                  <a:sym typeface="Calibri"/>
                </a:rPr>
                <a:t>Communication</a:t>
              </a:r>
              <a:endParaRPr sz="1652" b="0" i="0" u="none" strike="noStrike" cap="none">
                <a:solidFill>
                  <a:srgbClr val="FFFFFF"/>
                </a:solidFill>
                <a:latin typeface="Calibri"/>
                <a:ea typeface="Calibri"/>
                <a:cs typeface="Calibri"/>
                <a:sym typeface="Calibri"/>
              </a:endParaRPr>
            </a:p>
          </p:txBody>
        </p:sp>
        <p:sp>
          <p:nvSpPr>
            <p:cNvPr id="424" name="Google Shape;424;g3ce5b93e298_0_0"/>
            <p:cNvSpPr/>
            <p:nvPr/>
          </p:nvSpPr>
          <p:spPr>
            <a:xfrm>
              <a:off x="218189" y="1243146"/>
              <a:ext cx="216300" cy="8112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25" name="Google Shape;425;g3ce5b93e298_0_0"/>
            <p:cNvSpPr/>
            <p:nvPr/>
          </p:nvSpPr>
          <p:spPr>
            <a:xfrm>
              <a:off x="434497" y="1513530"/>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26" name="Google Shape;426;g3ce5b93e298_0_0"/>
            <p:cNvSpPr txBox="1"/>
            <p:nvPr/>
          </p:nvSpPr>
          <p:spPr>
            <a:xfrm>
              <a:off x="466174" y="1545207"/>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Updating Stakeholders Regularly</a:t>
              </a:r>
              <a:endParaRPr sz="1101"/>
            </a:p>
          </p:txBody>
        </p:sp>
        <p:sp>
          <p:nvSpPr>
            <p:cNvPr id="427" name="Google Shape;427;g3ce5b93e298_0_0"/>
            <p:cNvSpPr/>
            <p:nvPr/>
          </p:nvSpPr>
          <p:spPr>
            <a:xfrm>
              <a:off x="218189" y="1243146"/>
              <a:ext cx="216300" cy="21630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28" name="Google Shape;428;g3ce5b93e298_0_0"/>
            <p:cNvSpPr/>
            <p:nvPr/>
          </p:nvSpPr>
          <p:spPr>
            <a:xfrm>
              <a:off x="434497" y="2865452"/>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29" name="Google Shape;429;g3ce5b93e298_0_0"/>
            <p:cNvSpPr txBox="1"/>
            <p:nvPr/>
          </p:nvSpPr>
          <p:spPr>
            <a:xfrm>
              <a:off x="466174" y="2897129"/>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Weekly Team Meetings</a:t>
              </a:r>
              <a:endParaRPr sz="1101"/>
            </a:p>
          </p:txBody>
        </p:sp>
        <p:sp>
          <p:nvSpPr>
            <p:cNvPr id="430" name="Google Shape;430;g3ce5b93e298_0_0"/>
            <p:cNvSpPr/>
            <p:nvPr/>
          </p:nvSpPr>
          <p:spPr>
            <a:xfrm>
              <a:off x="2705726" y="161608"/>
              <a:ext cx="2163000" cy="1081500"/>
            </a:xfrm>
            <a:prstGeom prst="roundRect">
              <a:avLst>
                <a:gd name="adj" fmla="val 10000"/>
              </a:avLst>
            </a:prstGeom>
            <a:solidFill>
              <a:srgbClr val="4372C3"/>
            </a:solidFill>
            <a:ln w="10000" cap="flat" cmpd="sng">
              <a:solidFill>
                <a:srgbClr val="FFFFFF"/>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31" name="Google Shape;431;g3ce5b93e298_0_0"/>
            <p:cNvSpPr txBox="1"/>
            <p:nvPr/>
          </p:nvSpPr>
          <p:spPr>
            <a:xfrm>
              <a:off x="2737403" y="193285"/>
              <a:ext cx="2099700" cy="1018200"/>
            </a:xfrm>
            <a:prstGeom prst="rect">
              <a:avLst/>
            </a:prstGeom>
            <a:noFill/>
            <a:ln>
              <a:noFill/>
            </a:ln>
          </p:spPr>
          <p:txBody>
            <a:bodyPr spcFirstLastPara="1" wrap="square" lIns="31475" tIns="20975" rIns="31475" bIns="20975" anchor="ctr" anchorCtr="0">
              <a:noAutofit/>
            </a:bodyPr>
            <a:lstStyle/>
            <a:p>
              <a:pPr marL="0" marR="0" lvl="0" indent="0" algn="ctr" rtl="0">
                <a:lnSpc>
                  <a:spcPct val="90000"/>
                </a:lnSpc>
                <a:spcBef>
                  <a:spcPts val="0"/>
                </a:spcBef>
                <a:spcAft>
                  <a:spcPts val="0"/>
                </a:spcAft>
                <a:buClr>
                  <a:srgbClr val="FFFFFF"/>
                </a:buClr>
                <a:buSzPts val="1652"/>
                <a:buFont typeface="Calibri"/>
                <a:buNone/>
              </a:pPr>
              <a:r>
                <a:rPr lang="en-US" sz="1652">
                  <a:solidFill>
                    <a:schemeClr val="lt1"/>
                  </a:solidFill>
                  <a:latin typeface="Calibri"/>
                  <a:ea typeface="Calibri"/>
                  <a:cs typeface="Calibri"/>
                  <a:sym typeface="Calibri"/>
                </a:rPr>
                <a:t>Organization</a:t>
              </a:r>
              <a:endParaRPr sz="1652">
                <a:solidFill>
                  <a:schemeClr val="lt1"/>
                </a:solidFill>
                <a:latin typeface="Calibri"/>
                <a:ea typeface="Calibri"/>
                <a:cs typeface="Calibri"/>
                <a:sym typeface="Calibri"/>
              </a:endParaRPr>
            </a:p>
          </p:txBody>
        </p:sp>
        <p:sp>
          <p:nvSpPr>
            <p:cNvPr id="432" name="Google Shape;432;g3ce5b93e298_0_0"/>
            <p:cNvSpPr/>
            <p:nvPr/>
          </p:nvSpPr>
          <p:spPr>
            <a:xfrm>
              <a:off x="2922034" y="1243146"/>
              <a:ext cx="216300" cy="8112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33" name="Google Shape;433;g3ce5b93e298_0_0"/>
            <p:cNvSpPr/>
            <p:nvPr/>
          </p:nvSpPr>
          <p:spPr>
            <a:xfrm>
              <a:off x="3138341" y="1513530"/>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34" name="Google Shape;434;g3ce5b93e298_0_0"/>
            <p:cNvSpPr txBox="1"/>
            <p:nvPr/>
          </p:nvSpPr>
          <p:spPr>
            <a:xfrm>
              <a:off x="3170018" y="1545207"/>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GitHub</a:t>
              </a:r>
              <a:endParaRPr sz="1573">
                <a:latin typeface="Calibri"/>
                <a:ea typeface="Calibri"/>
                <a:cs typeface="Calibri"/>
                <a:sym typeface="Calibri"/>
              </a:endParaRPr>
            </a:p>
          </p:txBody>
        </p:sp>
        <p:sp>
          <p:nvSpPr>
            <p:cNvPr id="435" name="Google Shape;435;g3ce5b93e298_0_0"/>
            <p:cNvSpPr/>
            <p:nvPr/>
          </p:nvSpPr>
          <p:spPr>
            <a:xfrm>
              <a:off x="2922034" y="1243146"/>
              <a:ext cx="216300" cy="21630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36" name="Google Shape;436;g3ce5b93e298_0_0"/>
            <p:cNvSpPr/>
            <p:nvPr/>
          </p:nvSpPr>
          <p:spPr>
            <a:xfrm>
              <a:off x="3138341" y="2865452"/>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37" name="Google Shape;437;g3ce5b93e298_0_0"/>
            <p:cNvSpPr txBox="1"/>
            <p:nvPr/>
          </p:nvSpPr>
          <p:spPr>
            <a:xfrm>
              <a:off x="3170018" y="2897129"/>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Meeting Minutes</a:t>
              </a:r>
              <a:endParaRPr sz="1573">
                <a:latin typeface="Calibri"/>
                <a:ea typeface="Calibri"/>
                <a:cs typeface="Calibri"/>
                <a:sym typeface="Calibri"/>
              </a:endParaRPr>
            </a:p>
          </p:txBody>
        </p:sp>
        <p:sp>
          <p:nvSpPr>
            <p:cNvPr id="438" name="Google Shape;438;g3ce5b93e298_0_0"/>
            <p:cNvSpPr/>
            <p:nvPr/>
          </p:nvSpPr>
          <p:spPr>
            <a:xfrm>
              <a:off x="2922034" y="1243146"/>
              <a:ext cx="216300" cy="35151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39" name="Google Shape;439;g3ce5b93e298_0_0"/>
            <p:cNvSpPr/>
            <p:nvPr/>
          </p:nvSpPr>
          <p:spPr>
            <a:xfrm>
              <a:off x="3138341" y="4217374"/>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40" name="Google Shape;440;g3ce5b93e298_0_0"/>
            <p:cNvSpPr txBox="1"/>
            <p:nvPr/>
          </p:nvSpPr>
          <p:spPr>
            <a:xfrm>
              <a:off x="3170018" y="4249051"/>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Discord Chats</a:t>
              </a:r>
              <a:endParaRPr sz="1573">
                <a:latin typeface="Calibri"/>
                <a:ea typeface="Calibri"/>
                <a:cs typeface="Calibri"/>
                <a:sym typeface="Calibri"/>
              </a:endParaRPr>
            </a:p>
          </p:txBody>
        </p:sp>
        <p:sp>
          <p:nvSpPr>
            <p:cNvPr id="441" name="Google Shape;441;g3ce5b93e298_0_0"/>
            <p:cNvSpPr/>
            <p:nvPr/>
          </p:nvSpPr>
          <p:spPr>
            <a:xfrm>
              <a:off x="5717115" y="161608"/>
              <a:ext cx="2163000" cy="1081500"/>
            </a:xfrm>
            <a:prstGeom prst="roundRect">
              <a:avLst>
                <a:gd name="adj" fmla="val 10000"/>
              </a:avLst>
            </a:prstGeom>
            <a:solidFill>
              <a:srgbClr val="4372C3"/>
            </a:solidFill>
            <a:ln w="10000" cap="flat" cmpd="sng">
              <a:solidFill>
                <a:srgbClr val="FFFFFF"/>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42" name="Google Shape;442;g3ce5b93e298_0_0"/>
            <p:cNvSpPr txBox="1"/>
            <p:nvPr/>
          </p:nvSpPr>
          <p:spPr>
            <a:xfrm>
              <a:off x="5748767" y="193285"/>
              <a:ext cx="2099700" cy="1018200"/>
            </a:xfrm>
            <a:prstGeom prst="rect">
              <a:avLst/>
            </a:prstGeom>
            <a:noFill/>
            <a:ln>
              <a:noFill/>
            </a:ln>
          </p:spPr>
          <p:txBody>
            <a:bodyPr spcFirstLastPara="1" wrap="square" lIns="31475" tIns="20975" rIns="31475" bIns="20975" anchor="ctr" anchorCtr="0">
              <a:noAutofit/>
            </a:bodyPr>
            <a:lstStyle/>
            <a:p>
              <a:pPr marL="0" marR="0" lvl="0" indent="0" algn="ctr" rtl="0">
                <a:lnSpc>
                  <a:spcPct val="90000"/>
                </a:lnSpc>
                <a:spcBef>
                  <a:spcPts val="0"/>
                </a:spcBef>
                <a:spcAft>
                  <a:spcPts val="0"/>
                </a:spcAft>
                <a:buClr>
                  <a:srgbClr val="FFFFFF"/>
                </a:buClr>
                <a:buSzPts val="1652"/>
                <a:buFont typeface="Calibri"/>
                <a:buNone/>
              </a:pPr>
              <a:r>
                <a:rPr lang="en-US" sz="1652" b="0" i="0" u="none" strike="noStrike" cap="none">
                  <a:solidFill>
                    <a:srgbClr val="FFFFFF"/>
                  </a:solidFill>
                  <a:latin typeface="Calibri"/>
                  <a:ea typeface="Calibri"/>
                  <a:cs typeface="Calibri"/>
                  <a:sym typeface="Calibri"/>
                </a:rPr>
                <a:t>Contingency</a:t>
              </a:r>
              <a:endParaRPr sz="1101"/>
            </a:p>
          </p:txBody>
        </p:sp>
        <p:sp>
          <p:nvSpPr>
            <p:cNvPr id="443" name="Google Shape;443;g3ce5b93e298_0_0"/>
            <p:cNvSpPr/>
            <p:nvPr/>
          </p:nvSpPr>
          <p:spPr>
            <a:xfrm>
              <a:off x="5842197" y="1243146"/>
              <a:ext cx="216300" cy="8112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44" name="Google Shape;444;g3ce5b93e298_0_0"/>
            <p:cNvSpPr/>
            <p:nvPr/>
          </p:nvSpPr>
          <p:spPr>
            <a:xfrm>
              <a:off x="5933405" y="1513530"/>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45" name="Google Shape;445;g3ce5b93e298_0_0"/>
            <p:cNvSpPr txBox="1"/>
            <p:nvPr/>
          </p:nvSpPr>
          <p:spPr>
            <a:xfrm>
              <a:off x="5965057" y="1545207"/>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School Breaks</a:t>
              </a:r>
              <a:endParaRPr sz="1101"/>
            </a:p>
          </p:txBody>
        </p:sp>
        <p:sp>
          <p:nvSpPr>
            <p:cNvPr id="446" name="Google Shape;446;g3ce5b93e298_0_0"/>
            <p:cNvSpPr/>
            <p:nvPr/>
          </p:nvSpPr>
          <p:spPr>
            <a:xfrm>
              <a:off x="5849399" y="1370525"/>
              <a:ext cx="216300" cy="2163000"/>
            </a:xfrm>
            <a:custGeom>
              <a:avLst/>
              <a:gdLst/>
              <a:ahLst/>
              <a:cxnLst/>
              <a:rect l="l" t="t" r="r" b="b"/>
              <a:pathLst>
                <a:path w="120000" h="120000" extrusionOk="0">
                  <a:moveTo>
                    <a:pt x="0" y="0"/>
                  </a:moveTo>
                  <a:lnTo>
                    <a:pt x="0" y="120000"/>
                  </a:lnTo>
                  <a:lnTo>
                    <a:pt x="120000" y="120000"/>
                  </a:lnTo>
                </a:path>
              </a:pathLst>
            </a:custGeom>
            <a:noFill/>
            <a:ln w="10000" cap="flat" cmpd="sng">
              <a:solidFill>
                <a:srgbClr val="345A99"/>
              </a:solidFill>
              <a:prstDash val="solid"/>
              <a:miter lim="800000"/>
              <a:headEnd type="none" w="sm" len="sm"/>
              <a:tailEnd type="none" w="sm" len="sm"/>
            </a:ln>
          </p:spPr>
          <p:txBody>
            <a:bodyPr/>
            <a:lstStyle/>
            <a:p>
              <a:endParaRPr lang="en-US"/>
            </a:p>
          </p:txBody>
        </p:sp>
        <p:sp>
          <p:nvSpPr>
            <p:cNvPr id="447" name="Google Shape;447;g3ce5b93e298_0_0"/>
            <p:cNvSpPr/>
            <p:nvPr/>
          </p:nvSpPr>
          <p:spPr>
            <a:xfrm>
              <a:off x="5933405" y="2865477"/>
              <a:ext cx="1730400" cy="1081500"/>
            </a:xfrm>
            <a:prstGeom prst="roundRect">
              <a:avLst>
                <a:gd name="adj" fmla="val 10000"/>
              </a:avLst>
            </a:prstGeom>
            <a:solidFill>
              <a:srgbClr val="FFFFFF">
                <a:alpha val="90200"/>
              </a:srgbClr>
            </a:solidFill>
            <a:ln w="10000" cap="flat" cmpd="sng">
              <a:solidFill>
                <a:srgbClr val="4372C3"/>
              </a:solidFill>
              <a:prstDash val="solid"/>
              <a:miter lim="800000"/>
              <a:headEnd type="none" w="sm" len="sm"/>
              <a:tailEnd type="none" w="sm" len="sm"/>
            </a:ln>
          </p:spPr>
          <p:txBody>
            <a:bodyPr spcFirstLastPara="1" wrap="square" lIns="71950" tIns="71950" rIns="71950" bIns="71950" anchor="ctr" anchorCtr="0">
              <a:noAutofit/>
            </a:bodyPr>
            <a:lstStyle/>
            <a:p>
              <a:pPr marL="0" lvl="0" indent="0" algn="l" rtl="0">
                <a:spcBef>
                  <a:spcPts val="0"/>
                </a:spcBef>
                <a:spcAft>
                  <a:spcPts val="0"/>
                </a:spcAft>
                <a:buNone/>
              </a:pPr>
              <a:endParaRPr/>
            </a:p>
          </p:txBody>
        </p:sp>
        <p:sp>
          <p:nvSpPr>
            <p:cNvPr id="448" name="Google Shape;448;g3ce5b93e298_0_0"/>
            <p:cNvSpPr txBox="1"/>
            <p:nvPr/>
          </p:nvSpPr>
          <p:spPr>
            <a:xfrm>
              <a:off x="5965057" y="2865479"/>
              <a:ext cx="1667100" cy="1018200"/>
            </a:xfrm>
            <a:prstGeom prst="rect">
              <a:avLst/>
            </a:prstGeom>
            <a:noFill/>
            <a:ln>
              <a:noFill/>
            </a:ln>
          </p:spPr>
          <p:txBody>
            <a:bodyPr spcFirstLastPara="1" wrap="square" lIns="29975" tIns="19975" rIns="29975" bIns="19975" anchor="ctr" anchorCtr="0">
              <a:noAutofit/>
            </a:bodyPr>
            <a:lstStyle/>
            <a:p>
              <a:pPr marL="0" marR="0" lvl="0" indent="0" algn="ctr" rtl="0">
                <a:lnSpc>
                  <a:spcPct val="90000"/>
                </a:lnSpc>
                <a:spcBef>
                  <a:spcPts val="0"/>
                </a:spcBef>
                <a:spcAft>
                  <a:spcPts val="0"/>
                </a:spcAft>
                <a:buClr>
                  <a:srgbClr val="000000"/>
                </a:buClr>
                <a:buSzPts val="1574"/>
                <a:buFont typeface="Calibri"/>
                <a:buNone/>
              </a:pPr>
              <a:r>
                <a:rPr lang="en-US" sz="1573">
                  <a:latin typeface="Calibri"/>
                  <a:ea typeface="Calibri"/>
                  <a:cs typeface="Calibri"/>
                  <a:sym typeface="Calibri"/>
                </a:rPr>
                <a:t>Workloads</a:t>
              </a:r>
              <a:endParaRPr sz="1101"/>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g3ccb472a289_0_37"/>
          <p:cNvSpPr txBox="1">
            <a:spLocks noGrp="1"/>
          </p:cNvSpPr>
          <p:nvPr>
            <p:ph type="title"/>
          </p:nvPr>
        </p:nvSpPr>
        <p:spPr>
          <a:xfrm>
            <a:off x="685800" y="621438"/>
            <a:ext cx="10820400" cy="10932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accent1"/>
              </a:buClr>
              <a:buSzPts val="4000"/>
              <a:buFont typeface="Arial"/>
              <a:buNone/>
            </a:pPr>
            <a:r>
              <a:rPr lang="en-US"/>
              <a:t>Retrospective</a:t>
            </a:r>
            <a:endParaRPr/>
          </a:p>
        </p:txBody>
      </p:sp>
      <p:pic>
        <p:nvPicPr>
          <p:cNvPr id="455" name="Google Shape;455;g3ccb472a289_0_37"/>
          <p:cNvPicPr preferRelativeResize="0"/>
          <p:nvPr/>
        </p:nvPicPr>
        <p:blipFill>
          <a:blip r:embed="rId3">
            <a:alphaModFix/>
          </a:blip>
          <a:stretch>
            <a:fillRect/>
          </a:stretch>
        </p:blipFill>
        <p:spPr>
          <a:xfrm>
            <a:off x="8204460" y="4900168"/>
            <a:ext cx="757118" cy="757118"/>
          </a:xfrm>
          <a:prstGeom prst="rect">
            <a:avLst/>
          </a:prstGeom>
          <a:noFill/>
          <a:ln>
            <a:noFill/>
          </a:ln>
        </p:spPr>
      </p:pic>
      <p:pic>
        <p:nvPicPr>
          <p:cNvPr id="456" name="Google Shape;456;g3ccb472a289_0_37"/>
          <p:cNvPicPr preferRelativeResize="0"/>
          <p:nvPr/>
        </p:nvPicPr>
        <p:blipFill>
          <a:blip r:embed="rId4">
            <a:alphaModFix/>
          </a:blip>
          <a:stretch>
            <a:fillRect/>
          </a:stretch>
        </p:blipFill>
        <p:spPr>
          <a:xfrm>
            <a:off x="3190866" y="4824777"/>
            <a:ext cx="757118" cy="757118"/>
          </a:xfrm>
          <a:prstGeom prst="rect">
            <a:avLst/>
          </a:prstGeom>
          <a:noFill/>
          <a:ln>
            <a:noFill/>
          </a:ln>
        </p:spPr>
      </p:pic>
      <p:pic>
        <p:nvPicPr>
          <p:cNvPr id="457" name="Google Shape;457;g3ccb472a289_0_37"/>
          <p:cNvPicPr preferRelativeResize="0"/>
          <p:nvPr/>
        </p:nvPicPr>
        <p:blipFill>
          <a:blip r:embed="rId5">
            <a:alphaModFix/>
          </a:blip>
          <a:stretch>
            <a:fillRect/>
          </a:stretch>
        </p:blipFill>
        <p:spPr>
          <a:xfrm>
            <a:off x="5746386" y="4948886"/>
            <a:ext cx="659673" cy="659673"/>
          </a:xfrm>
          <a:prstGeom prst="rect">
            <a:avLst/>
          </a:prstGeom>
          <a:noFill/>
          <a:ln>
            <a:noFill/>
          </a:ln>
        </p:spPr>
      </p:pic>
      <p:sp>
        <p:nvSpPr>
          <p:cNvPr id="458" name="Google Shape;458;g3ccb472a289_0_37"/>
          <p:cNvSpPr txBox="1">
            <a:spLocks noGrp="1"/>
          </p:cNvSpPr>
          <p:nvPr>
            <p:ph type="body" idx="1"/>
          </p:nvPr>
        </p:nvSpPr>
        <p:spPr>
          <a:xfrm>
            <a:off x="2538589" y="5790136"/>
            <a:ext cx="8334000" cy="357900"/>
          </a:xfrm>
          <a:prstGeom prst="rect">
            <a:avLst/>
          </a:prstGeom>
          <a:noFill/>
          <a:ln>
            <a:noFill/>
          </a:ln>
        </p:spPr>
        <p:txBody>
          <a:bodyPr spcFirstLastPara="1" wrap="square" lIns="0" tIns="0" rIns="0" bIns="0" anchor="t" anchorCtr="0">
            <a:noAutofit/>
          </a:bodyPr>
          <a:lstStyle/>
          <a:p>
            <a:pPr marL="0" lvl="0" indent="0" algn="l" rtl="0">
              <a:spcBef>
                <a:spcPts val="1385"/>
              </a:spcBef>
              <a:spcAft>
                <a:spcPts val="0"/>
              </a:spcAft>
              <a:buNone/>
            </a:pPr>
            <a:r>
              <a:rPr lang="en-US" sz="1939"/>
              <a:t>  Cost Dashboard          Mobile Integration          AI Capabilities</a:t>
            </a:r>
            <a:endParaRPr sz="1939"/>
          </a:p>
        </p:txBody>
      </p:sp>
      <p:cxnSp>
        <p:nvCxnSpPr>
          <p:cNvPr id="459" name="Google Shape;459;g3ccb472a289_0_37"/>
          <p:cNvCxnSpPr/>
          <p:nvPr/>
        </p:nvCxnSpPr>
        <p:spPr>
          <a:xfrm rot="10800000" flipH="1">
            <a:off x="685800" y="3867068"/>
            <a:ext cx="10820400" cy="34800"/>
          </a:xfrm>
          <a:prstGeom prst="straightConnector1">
            <a:avLst/>
          </a:prstGeom>
          <a:noFill/>
          <a:ln w="9150" cap="flat" cmpd="sng">
            <a:solidFill>
              <a:schemeClr val="dk2"/>
            </a:solidFill>
            <a:prstDash val="solid"/>
            <a:round/>
            <a:headEnd type="none" w="med" len="med"/>
            <a:tailEnd type="none" w="med" len="med"/>
          </a:ln>
        </p:spPr>
      </p:cxnSp>
      <p:sp>
        <p:nvSpPr>
          <p:cNvPr id="460" name="Google Shape;460;g3ccb472a289_0_37"/>
          <p:cNvSpPr txBox="1"/>
          <p:nvPr/>
        </p:nvSpPr>
        <p:spPr>
          <a:xfrm>
            <a:off x="685800" y="4166908"/>
            <a:ext cx="3895200" cy="478200"/>
          </a:xfrm>
          <a:prstGeom prst="rect">
            <a:avLst/>
          </a:prstGeom>
          <a:noFill/>
          <a:ln>
            <a:noFill/>
          </a:ln>
        </p:spPr>
        <p:txBody>
          <a:bodyPr spcFirstLastPara="1" wrap="square" lIns="87950" tIns="87950" rIns="87950" bIns="87950" anchor="t" anchorCtr="0">
            <a:noAutofit/>
          </a:bodyPr>
          <a:lstStyle/>
          <a:p>
            <a:pPr marL="0" lvl="0" indent="0" algn="l" rtl="0">
              <a:spcBef>
                <a:spcPts val="0"/>
              </a:spcBef>
              <a:spcAft>
                <a:spcPts val="0"/>
              </a:spcAft>
              <a:buNone/>
            </a:pPr>
            <a:r>
              <a:rPr lang="en-US" sz="1923">
                <a:solidFill>
                  <a:schemeClr val="dk1"/>
                </a:solidFill>
              </a:rPr>
              <a:t>What can we do next? </a:t>
            </a:r>
            <a:endParaRPr sz="1923">
              <a:solidFill>
                <a:schemeClr val="dk1"/>
              </a:solidFill>
            </a:endParaRPr>
          </a:p>
        </p:txBody>
      </p:sp>
      <p:sp>
        <p:nvSpPr>
          <p:cNvPr id="461" name="Google Shape;461;g3ccb472a289_0_37"/>
          <p:cNvSpPr txBox="1"/>
          <p:nvPr/>
        </p:nvSpPr>
        <p:spPr>
          <a:xfrm>
            <a:off x="685800" y="1535550"/>
            <a:ext cx="3314400" cy="35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rPr>
              <a:t>What would I do differently?</a:t>
            </a:r>
            <a:endParaRPr sz="2000">
              <a:solidFill>
                <a:schemeClr val="dk1"/>
              </a:solidFill>
            </a:endParaRPr>
          </a:p>
        </p:txBody>
      </p:sp>
      <p:sp>
        <p:nvSpPr>
          <p:cNvPr id="462" name="Google Shape;462;g3ccb472a289_0_37"/>
          <p:cNvSpPr txBox="1">
            <a:spLocks noGrp="1"/>
          </p:cNvSpPr>
          <p:nvPr>
            <p:ph type="body" idx="1"/>
          </p:nvPr>
        </p:nvSpPr>
        <p:spPr>
          <a:xfrm>
            <a:off x="3499063" y="3145212"/>
            <a:ext cx="5154300" cy="249000"/>
          </a:xfrm>
          <a:prstGeom prst="rect">
            <a:avLst/>
          </a:prstGeom>
          <a:noFill/>
          <a:ln>
            <a:noFill/>
          </a:ln>
        </p:spPr>
        <p:txBody>
          <a:bodyPr spcFirstLastPara="1" wrap="square" lIns="0" tIns="0" rIns="0" bIns="0" anchor="t" anchorCtr="0">
            <a:noAutofit/>
          </a:bodyPr>
          <a:lstStyle/>
          <a:p>
            <a:pPr marL="0" lvl="0" indent="0" algn="l" rtl="0">
              <a:spcBef>
                <a:spcPts val="1385"/>
              </a:spcBef>
              <a:spcAft>
                <a:spcPts val="0"/>
              </a:spcAft>
              <a:buNone/>
            </a:pPr>
            <a:r>
              <a:rPr lang="en-US" sz="1939"/>
              <a:t>    Time Tracking               Long Term Goals</a:t>
            </a:r>
            <a:endParaRPr sz="1939"/>
          </a:p>
        </p:txBody>
      </p:sp>
      <p:pic>
        <p:nvPicPr>
          <p:cNvPr id="463" name="Google Shape;463;g3ccb472a289_0_37"/>
          <p:cNvPicPr preferRelativeResize="0"/>
          <p:nvPr/>
        </p:nvPicPr>
        <p:blipFill>
          <a:blip r:embed="rId6">
            <a:alphaModFix/>
          </a:blip>
          <a:stretch>
            <a:fillRect/>
          </a:stretch>
        </p:blipFill>
        <p:spPr>
          <a:xfrm>
            <a:off x="4134000" y="2264775"/>
            <a:ext cx="757100" cy="757100"/>
          </a:xfrm>
          <a:prstGeom prst="rect">
            <a:avLst/>
          </a:prstGeom>
          <a:noFill/>
          <a:ln>
            <a:noFill/>
          </a:ln>
        </p:spPr>
      </p:pic>
      <p:pic>
        <p:nvPicPr>
          <p:cNvPr id="464" name="Google Shape;464;g3ccb472a289_0_37"/>
          <p:cNvPicPr preferRelativeResize="0"/>
          <p:nvPr/>
        </p:nvPicPr>
        <p:blipFill>
          <a:blip r:embed="rId7">
            <a:alphaModFix/>
          </a:blip>
          <a:stretch>
            <a:fillRect/>
          </a:stretch>
        </p:blipFill>
        <p:spPr>
          <a:xfrm>
            <a:off x="6927113" y="2264780"/>
            <a:ext cx="757100" cy="757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
          <p:cNvSpPr/>
          <p:nvPr/>
        </p:nvSpPr>
        <p:spPr>
          <a:xfrm>
            <a:off x="4586100" y="0"/>
            <a:ext cx="76059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EL_2023">
  <a:themeElements>
    <a:clrScheme name="SEL_2023_Colors">
      <a:dk1>
        <a:srgbClr val="003A5D"/>
      </a:dk1>
      <a:lt1>
        <a:srgbClr val="FFFFFF"/>
      </a:lt1>
      <a:dk2>
        <a:srgbClr val="002240"/>
      </a:dk2>
      <a:lt2>
        <a:srgbClr val="E9EDF2"/>
      </a:lt2>
      <a:accent1>
        <a:srgbClr val="003A5D"/>
      </a:accent1>
      <a:accent2>
        <a:srgbClr val="FC5B3E"/>
      </a:accent2>
      <a:accent3>
        <a:srgbClr val="3D7AA0"/>
      </a:accent3>
      <a:accent4>
        <a:srgbClr val="E11E41"/>
      </a:accent4>
      <a:accent5>
        <a:srgbClr val="40CB6C"/>
      </a:accent5>
      <a:accent6>
        <a:srgbClr val="1A3FD8"/>
      </a:accent6>
      <a:hlink>
        <a:srgbClr val="1B98A9"/>
      </a:hlink>
      <a:folHlink>
        <a:srgbClr val="6A48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SEL_2023_Colors">
      <a:dk1>
        <a:srgbClr val="003A5D"/>
      </a:dk1>
      <a:lt1>
        <a:srgbClr val="FFFFFF"/>
      </a:lt1>
      <a:dk2>
        <a:srgbClr val="002240"/>
      </a:dk2>
      <a:lt2>
        <a:srgbClr val="E9EDF2"/>
      </a:lt2>
      <a:accent1>
        <a:srgbClr val="003A5D"/>
      </a:accent1>
      <a:accent2>
        <a:srgbClr val="FC5B3E"/>
      </a:accent2>
      <a:accent3>
        <a:srgbClr val="3D7AA0"/>
      </a:accent3>
      <a:accent4>
        <a:srgbClr val="E11E41"/>
      </a:accent4>
      <a:accent5>
        <a:srgbClr val="40CB6C"/>
      </a:accent5>
      <a:accent6>
        <a:srgbClr val="1A3FD8"/>
      </a:accent6>
      <a:hlink>
        <a:srgbClr val="1B98A9"/>
      </a:hlink>
      <a:folHlink>
        <a:srgbClr val="6A48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1505</Words>
  <Application>Microsoft Office PowerPoint</Application>
  <PresentationFormat>Widescreen</PresentationFormat>
  <Paragraphs>105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Noto Sans Symbols</vt:lpstr>
      <vt:lpstr>Times New Roman</vt:lpstr>
      <vt:lpstr>SEL_2023</vt:lpstr>
      <vt:lpstr>Capstone Project ‘26</vt:lpstr>
      <vt:lpstr>Project Overview</vt:lpstr>
      <vt:lpstr>Stakeholders</vt:lpstr>
      <vt:lpstr>Creating the Scope</vt:lpstr>
      <vt:lpstr>In Scope</vt:lpstr>
      <vt:lpstr>Financial Considerations</vt:lpstr>
      <vt:lpstr>Schedule</vt:lpstr>
      <vt:lpstr>Concept &amp; Early Discussions</vt:lpstr>
      <vt:lpstr>2. Core Backend Functionality</vt:lpstr>
      <vt:lpstr>3. GUI Development</vt:lpstr>
      <vt:lpstr>4. Integration &amp; Testing</vt:lpstr>
      <vt:lpstr>5. Deployment &amp; Tutorials</vt:lpstr>
      <vt:lpstr>6. Documentation &amp; Presentation</vt:lpstr>
      <vt:lpstr>Challenges &amp; Mitigations</vt:lpstr>
      <vt:lpstr>Retrospective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Christian Haas</dc:creator>
  <cp:lastModifiedBy>Ryann Lacks</cp:lastModifiedBy>
  <cp:revision>1</cp:revision>
  <dcterms:created xsi:type="dcterms:W3CDTF">2025-02-19T18:39:37Z</dcterms:created>
  <dcterms:modified xsi:type="dcterms:W3CDTF">2026-03-16T16:45:58Z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0x010100A724F74C010CBA4ABB7235C5AD492C48</vt:lpwstr>
  </property>
</Properties>
</file>